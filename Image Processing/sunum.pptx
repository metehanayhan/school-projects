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33796E-294A-47F6-8726-1228605B1D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A1BD0B-5705-4C19-A8B0-F418E0D8CB7C}">
      <dgm:prSet/>
      <dgm:spPr/>
      <dgm:t>
        <a:bodyPr/>
        <a:lstStyle/>
        <a:p>
          <a:r>
            <a:rPr lang="en-US"/>
            <a:t>- Gerçek zamanlı olarak yüz ifadesinden duygu tespiti yapmak</a:t>
          </a:r>
        </a:p>
      </dgm:t>
    </dgm:pt>
    <dgm:pt modelId="{EB68D05C-1908-4E9C-A46D-240AB5EC0725}" type="parTrans" cxnId="{9A2F34F1-EC86-4E1F-A8DD-337EAFDDB9FD}">
      <dgm:prSet/>
      <dgm:spPr/>
      <dgm:t>
        <a:bodyPr/>
        <a:lstStyle/>
        <a:p>
          <a:endParaRPr lang="en-US"/>
        </a:p>
      </dgm:t>
    </dgm:pt>
    <dgm:pt modelId="{E04C1BDB-9F1B-4AAD-8318-259A64A19651}" type="sibTrans" cxnId="{9A2F34F1-EC86-4E1F-A8DD-337EAFDDB9FD}">
      <dgm:prSet/>
      <dgm:spPr/>
      <dgm:t>
        <a:bodyPr/>
        <a:lstStyle/>
        <a:p>
          <a:endParaRPr lang="en-US"/>
        </a:p>
      </dgm:t>
    </dgm:pt>
    <dgm:pt modelId="{9AEC8B50-E0B1-423C-B36D-6881C4CE938F}">
      <dgm:prSet/>
      <dgm:spPr/>
      <dgm:t>
        <a:bodyPr/>
        <a:lstStyle/>
        <a:p>
          <a:r>
            <a:rPr lang="en-US"/>
            <a:t>- Kullanıcının duygusunu bir emoji ile görsel hale getirmek</a:t>
          </a:r>
        </a:p>
      </dgm:t>
    </dgm:pt>
    <dgm:pt modelId="{9A765026-7570-41E7-8754-DCD744120903}" type="parTrans" cxnId="{BA3D7B66-A8CF-4EDE-B4EF-6063F1DDF66D}">
      <dgm:prSet/>
      <dgm:spPr/>
      <dgm:t>
        <a:bodyPr/>
        <a:lstStyle/>
        <a:p>
          <a:endParaRPr lang="en-US"/>
        </a:p>
      </dgm:t>
    </dgm:pt>
    <dgm:pt modelId="{2EEC59A4-6B11-432B-8117-0D8712755676}" type="sibTrans" cxnId="{BA3D7B66-A8CF-4EDE-B4EF-6063F1DDF66D}">
      <dgm:prSet/>
      <dgm:spPr/>
      <dgm:t>
        <a:bodyPr/>
        <a:lstStyle/>
        <a:p>
          <a:endParaRPr lang="en-US"/>
        </a:p>
      </dgm:t>
    </dgm:pt>
    <dgm:pt modelId="{71FDD1E3-2328-4879-93AC-A17C3AD425CE}">
      <dgm:prSet/>
      <dgm:spPr/>
      <dgm:t>
        <a:bodyPr/>
        <a:lstStyle/>
        <a:p>
          <a:r>
            <a:rPr lang="en-US"/>
            <a:t>- Bu verileri zaman damgası ile kaydedip günlük raporlar üretmek</a:t>
          </a:r>
        </a:p>
      </dgm:t>
    </dgm:pt>
    <dgm:pt modelId="{57C55B53-E414-443B-B434-6ACE749E60CF}" type="parTrans" cxnId="{7BE4C2F6-887D-41F3-9707-C093B4EDF2EB}">
      <dgm:prSet/>
      <dgm:spPr/>
      <dgm:t>
        <a:bodyPr/>
        <a:lstStyle/>
        <a:p>
          <a:endParaRPr lang="en-US"/>
        </a:p>
      </dgm:t>
    </dgm:pt>
    <dgm:pt modelId="{E2346D51-CFD3-41A0-BF24-5285DFAD3FE3}" type="sibTrans" cxnId="{7BE4C2F6-887D-41F3-9707-C093B4EDF2EB}">
      <dgm:prSet/>
      <dgm:spPr/>
      <dgm:t>
        <a:bodyPr/>
        <a:lstStyle/>
        <a:p>
          <a:endParaRPr lang="en-US"/>
        </a:p>
      </dgm:t>
    </dgm:pt>
    <dgm:pt modelId="{D4AEC56C-8A5A-4096-8E91-B41447C5B5A8}" type="pres">
      <dgm:prSet presAssocID="{0833796E-294A-47F6-8726-1228605B1D8C}" presName="root" presStyleCnt="0">
        <dgm:presLayoutVars>
          <dgm:dir/>
          <dgm:resizeHandles val="exact"/>
        </dgm:presLayoutVars>
      </dgm:prSet>
      <dgm:spPr/>
    </dgm:pt>
    <dgm:pt modelId="{F8E7E0DC-69CB-4609-8ED7-AF5EA0EB857C}" type="pres">
      <dgm:prSet presAssocID="{DAA1BD0B-5705-4C19-A8B0-F418E0D8CB7C}" presName="compNode" presStyleCnt="0"/>
      <dgm:spPr/>
    </dgm:pt>
    <dgm:pt modelId="{3B4856D4-6E12-454C-BE75-ACE46A72E6EE}" type="pres">
      <dgm:prSet presAssocID="{DAA1BD0B-5705-4C19-A8B0-F418E0D8CB7C}" presName="bgRect" presStyleLbl="bgShp" presStyleIdx="0" presStyleCnt="3"/>
      <dgm:spPr/>
    </dgm:pt>
    <dgm:pt modelId="{12313D8C-981D-4DD1-9D96-7B188C7AE181}" type="pres">
      <dgm:prSet presAssocID="{DAA1BD0B-5705-4C19-A8B0-F418E0D8CB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47277B91-726C-4FA4-B237-B910C8BD0A0C}" type="pres">
      <dgm:prSet presAssocID="{DAA1BD0B-5705-4C19-A8B0-F418E0D8CB7C}" presName="spaceRect" presStyleCnt="0"/>
      <dgm:spPr/>
    </dgm:pt>
    <dgm:pt modelId="{9CBC0564-A316-48FA-83E8-7418D160E1AC}" type="pres">
      <dgm:prSet presAssocID="{DAA1BD0B-5705-4C19-A8B0-F418E0D8CB7C}" presName="parTx" presStyleLbl="revTx" presStyleIdx="0" presStyleCnt="3">
        <dgm:presLayoutVars>
          <dgm:chMax val="0"/>
          <dgm:chPref val="0"/>
        </dgm:presLayoutVars>
      </dgm:prSet>
      <dgm:spPr/>
    </dgm:pt>
    <dgm:pt modelId="{1612C317-B3BE-47E9-8AE5-0F5E465A223F}" type="pres">
      <dgm:prSet presAssocID="{E04C1BDB-9F1B-4AAD-8318-259A64A19651}" presName="sibTrans" presStyleCnt="0"/>
      <dgm:spPr/>
    </dgm:pt>
    <dgm:pt modelId="{F29D0448-DC60-448A-B80B-153F18E8290F}" type="pres">
      <dgm:prSet presAssocID="{9AEC8B50-E0B1-423C-B36D-6881C4CE938F}" presName="compNode" presStyleCnt="0"/>
      <dgm:spPr/>
    </dgm:pt>
    <dgm:pt modelId="{DC31CB16-89E4-4800-98D0-006C5CB40AF3}" type="pres">
      <dgm:prSet presAssocID="{9AEC8B50-E0B1-423C-B36D-6881C4CE938F}" presName="bgRect" presStyleLbl="bgShp" presStyleIdx="1" presStyleCnt="3"/>
      <dgm:spPr/>
    </dgm:pt>
    <dgm:pt modelId="{BC07177B-C390-4C94-9916-C825827D8E80}" type="pres">
      <dgm:prSet presAssocID="{9AEC8B50-E0B1-423C-B36D-6881C4CE93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nny Face Outline"/>
        </a:ext>
      </dgm:extLst>
    </dgm:pt>
    <dgm:pt modelId="{963A118F-60AE-499D-B800-1568E2219471}" type="pres">
      <dgm:prSet presAssocID="{9AEC8B50-E0B1-423C-B36D-6881C4CE938F}" presName="spaceRect" presStyleCnt="0"/>
      <dgm:spPr/>
    </dgm:pt>
    <dgm:pt modelId="{12218D61-7404-474F-9CC6-9FA5BA1B8084}" type="pres">
      <dgm:prSet presAssocID="{9AEC8B50-E0B1-423C-B36D-6881C4CE938F}" presName="parTx" presStyleLbl="revTx" presStyleIdx="1" presStyleCnt="3">
        <dgm:presLayoutVars>
          <dgm:chMax val="0"/>
          <dgm:chPref val="0"/>
        </dgm:presLayoutVars>
      </dgm:prSet>
      <dgm:spPr/>
    </dgm:pt>
    <dgm:pt modelId="{188D2153-296D-4608-8CF4-7F54733210B3}" type="pres">
      <dgm:prSet presAssocID="{2EEC59A4-6B11-432B-8117-0D8712755676}" presName="sibTrans" presStyleCnt="0"/>
      <dgm:spPr/>
    </dgm:pt>
    <dgm:pt modelId="{4009D3EF-3599-4914-B509-42E6484C795B}" type="pres">
      <dgm:prSet presAssocID="{71FDD1E3-2328-4879-93AC-A17C3AD425CE}" presName="compNode" presStyleCnt="0"/>
      <dgm:spPr/>
    </dgm:pt>
    <dgm:pt modelId="{0E692B53-C744-4436-9405-500B2A163036}" type="pres">
      <dgm:prSet presAssocID="{71FDD1E3-2328-4879-93AC-A17C3AD425CE}" presName="bgRect" presStyleLbl="bgShp" presStyleIdx="2" presStyleCnt="3"/>
      <dgm:spPr/>
    </dgm:pt>
    <dgm:pt modelId="{140BF85A-7454-4A59-A740-C61DD510B49B}" type="pres">
      <dgm:prSet presAssocID="{71FDD1E3-2328-4879-93AC-A17C3AD425C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ge"/>
        </a:ext>
      </dgm:extLst>
    </dgm:pt>
    <dgm:pt modelId="{1F4EB1CE-61FC-48A4-8770-A7CCE3A06280}" type="pres">
      <dgm:prSet presAssocID="{71FDD1E3-2328-4879-93AC-A17C3AD425CE}" presName="spaceRect" presStyleCnt="0"/>
      <dgm:spPr/>
    </dgm:pt>
    <dgm:pt modelId="{E8BAD6B8-353E-4B32-BC42-87674ECB72B5}" type="pres">
      <dgm:prSet presAssocID="{71FDD1E3-2328-4879-93AC-A17C3AD425C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EC74660-4150-44C1-95C1-0F2B00E453F0}" type="presOf" srcId="{9AEC8B50-E0B1-423C-B36D-6881C4CE938F}" destId="{12218D61-7404-474F-9CC6-9FA5BA1B8084}" srcOrd="0" destOrd="0" presId="urn:microsoft.com/office/officeart/2018/2/layout/IconVerticalSolidList"/>
    <dgm:cxn modelId="{BA3D7B66-A8CF-4EDE-B4EF-6063F1DDF66D}" srcId="{0833796E-294A-47F6-8726-1228605B1D8C}" destId="{9AEC8B50-E0B1-423C-B36D-6881C4CE938F}" srcOrd="1" destOrd="0" parTransId="{9A765026-7570-41E7-8754-DCD744120903}" sibTransId="{2EEC59A4-6B11-432B-8117-0D8712755676}"/>
    <dgm:cxn modelId="{5D6D43CB-D4CB-4C2E-97D6-97C90A2B0586}" type="presOf" srcId="{DAA1BD0B-5705-4C19-A8B0-F418E0D8CB7C}" destId="{9CBC0564-A316-48FA-83E8-7418D160E1AC}" srcOrd="0" destOrd="0" presId="urn:microsoft.com/office/officeart/2018/2/layout/IconVerticalSolidList"/>
    <dgm:cxn modelId="{1698EBCE-D631-4309-8F92-699D8A61C837}" type="presOf" srcId="{71FDD1E3-2328-4879-93AC-A17C3AD425CE}" destId="{E8BAD6B8-353E-4B32-BC42-87674ECB72B5}" srcOrd="0" destOrd="0" presId="urn:microsoft.com/office/officeart/2018/2/layout/IconVerticalSolidList"/>
    <dgm:cxn modelId="{9A2F34F1-EC86-4E1F-A8DD-337EAFDDB9FD}" srcId="{0833796E-294A-47F6-8726-1228605B1D8C}" destId="{DAA1BD0B-5705-4C19-A8B0-F418E0D8CB7C}" srcOrd="0" destOrd="0" parTransId="{EB68D05C-1908-4E9C-A46D-240AB5EC0725}" sibTransId="{E04C1BDB-9F1B-4AAD-8318-259A64A19651}"/>
    <dgm:cxn modelId="{7BE4C2F6-887D-41F3-9707-C093B4EDF2EB}" srcId="{0833796E-294A-47F6-8726-1228605B1D8C}" destId="{71FDD1E3-2328-4879-93AC-A17C3AD425CE}" srcOrd="2" destOrd="0" parTransId="{57C55B53-E414-443B-B434-6ACE749E60CF}" sibTransId="{E2346D51-CFD3-41A0-BF24-5285DFAD3FE3}"/>
    <dgm:cxn modelId="{B84DADFD-71A0-47C1-B3A5-0FAB55C64847}" type="presOf" srcId="{0833796E-294A-47F6-8726-1228605B1D8C}" destId="{D4AEC56C-8A5A-4096-8E91-B41447C5B5A8}" srcOrd="0" destOrd="0" presId="urn:microsoft.com/office/officeart/2018/2/layout/IconVerticalSolidList"/>
    <dgm:cxn modelId="{5686F72C-1746-4B82-AA12-D447BD9C3690}" type="presParOf" srcId="{D4AEC56C-8A5A-4096-8E91-B41447C5B5A8}" destId="{F8E7E0DC-69CB-4609-8ED7-AF5EA0EB857C}" srcOrd="0" destOrd="0" presId="urn:microsoft.com/office/officeart/2018/2/layout/IconVerticalSolidList"/>
    <dgm:cxn modelId="{1DBAC8F5-C957-447D-A097-CD4BAA2FF43A}" type="presParOf" srcId="{F8E7E0DC-69CB-4609-8ED7-AF5EA0EB857C}" destId="{3B4856D4-6E12-454C-BE75-ACE46A72E6EE}" srcOrd="0" destOrd="0" presId="urn:microsoft.com/office/officeart/2018/2/layout/IconVerticalSolidList"/>
    <dgm:cxn modelId="{284D020A-1C29-4524-8AAC-8850A706ED3E}" type="presParOf" srcId="{F8E7E0DC-69CB-4609-8ED7-AF5EA0EB857C}" destId="{12313D8C-981D-4DD1-9D96-7B188C7AE181}" srcOrd="1" destOrd="0" presId="urn:microsoft.com/office/officeart/2018/2/layout/IconVerticalSolidList"/>
    <dgm:cxn modelId="{8ED4C25C-588D-4068-9BA0-745ADB97B045}" type="presParOf" srcId="{F8E7E0DC-69CB-4609-8ED7-AF5EA0EB857C}" destId="{47277B91-726C-4FA4-B237-B910C8BD0A0C}" srcOrd="2" destOrd="0" presId="urn:microsoft.com/office/officeart/2018/2/layout/IconVerticalSolidList"/>
    <dgm:cxn modelId="{50815755-2632-43B1-8C98-A4EF4F0AA421}" type="presParOf" srcId="{F8E7E0DC-69CB-4609-8ED7-AF5EA0EB857C}" destId="{9CBC0564-A316-48FA-83E8-7418D160E1AC}" srcOrd="3" destOrd="0" presId="urn:microsoft.com/office/officeart/2018/2/layout/IconVerticalSolidList"/>
    <dgm:cxn modelId="{C59B555D-7B42-4E62-94BC-68BAE53494A1}" type="presParOf" srcId="{D4AEC56C-8A5A-4096-8E91-B41447C5B5A8}" destId="{1612C317-B3BE-47E9-8AE5-0F5E465A223F}" srcOrd="1" destOrd="0" presId="urn:microsoft.com/office/officeart/2018/2/layout/IconVerticalSolidList"/>
    <dgm:cxn modelId="{5CD90FFA-7F8F-465A-8991-C0CEAEC4DC1C}" type="presParOf" srcId="{D4AEC56C-8A5A-4096-8E91-B41447C5B5A8}" destId="{F29D0448-DC60-448A-B80B-153F18E8290F}" srcOrd="2" destOrd="0" presId="urn:microsoft.com/office/officeart/2018/2/layout/IconVerticalSolidList"/>
    <dgm:cxn modelId="{46133EE4-469C-40B0-91A5-E5CB8A807ED4}" type="presParOf" srcId="{F29D0448-DC60-448A-B80B-153F18E8290F}" destId="{DC31CB16-89E4-4800-98D0-006C5CB40AF3}" srcOrd="0" destOrd="0" presId="urn:microsoft.com/office/officeart/2018/2/layout/IconVerticalSolidList"/>
    <dgm:cxn modelId="{C3BE8E1D-2773-4F20-8470-952C993FE794}" type="presParOf" srcId="{F29D0448-DC60-448A-B80B-153F18E8290F}" destId="{BC07177B-C390-4C94-9916-C825827D8E80}" srcOrd="1" destOrd="0" presId="urn:microsoft.com/office/officeart/2018/2/layout/IconVerticalSolidList"/>
    <dgm:cxn modelId="{9139F104-A728-496C-B3A4-DE70B841CDA8}" type="presParOf" srcId="{F29D0448-DC60-448A-B80B-153F18E8290F}" destId="{963A118F-60AE-499D-B800-1568E2219471}" srcOrd="2" destOrd="0" presId="urn:microsoft.com/office/officeart/2018/2/layout/IconVerticalSolidList"/>
    <dgm:cxn modelId="{53BF8DFE-3285-46B7-959B-C500EFA9C417}" type="presParOf" srcId="{F29D0448-DC60-448A-B80B-153F18E8290F}" destId="{12218D61-7404-474F-9CC6-9FA5BA1B8084}" srcOrd="3" destOrd="0" presId="urn:microsoft.com/office/officeart/2018/2/layout/IconVerticalSolidList"/>
    <dgm:cxn modelId="{D885C7AD-E949-446D-A9BF-01477929EED1}" type="presParOf" srcId="{D4AEC56C-8A5A-4096-8E91-B41447C5B5A8}" destId="{188D2153-296D-4608-8CF4-7F54733210B3}" srcOrd="3" destOrd="0" presId="urn:microsoft.com/office/officeart/2018/2/layout/IconVerticalSolidList"/>
    <dgm:cxn modelId="{33849F01-7F44-4ED7-9B87-AB2813FC7FB0}" type="presParOf" srcId="{D4AEC56C-8A5A-4096-8E91-B41447C5B5A8}" destId="{4009D3EF-3599-4914-B509-42E6484C795B}" srcOrd="4" destOrd="0" presId="urn:microsoft.com/office/officeart/2018/2/layout/IconVerticalSolidList"/>
    <dgm:cxn modelId="{2F1544C8-6813-4B04-B46C-2F727267C65D}" type="presParOf" srcId="{4009D3EF-3599-4914-B509-42E6484C795B}" destId="{0E692B53-C744-4436-9405-500B2A163036}" srcOrd="0" destOrd="0" presId="urn:microsoft.com/office/officeart/2018/2/layout/IconVerticalSolidList"/>
    <dgm:cxn modelId="{3775F233-ACA0-4AE9-85B7-91E39C8E8713}" type="presParOf" srcId="{4009D3EF-3599-4914-B509-42E6484C795B}" destId="{140BF85A-7454-4A59-A740-C61DD510B49B}" srcOrd="1" destOrd="0" presId="urn:microsoft.com/office/officeart/2018/2/layout/IconVerticalSolidList"/>
    <dgm:cxn modelId="{610C92D0-7F6C-4B45-9CA2-49DCC1DF5D53}" type="presParOf" srcId="{4009D3EF-3599-4914-B509-42E6484C795B}" destId="{1F4EB1CE-61FC-48A4-8770-A7CCE3A06280}" srcOrd="2" destOrd="0" presId="urn:microsoft.com/office/officeart/2018/2/layout/IconVerticalSolidList"/>
    <dgm:cxn modelId="{714DA97F-9396-4297-AAEC-C24D17933DF7}" type="presParOf" srcId="{4009D3EF-3599-4914-B509-42E6484C795B}" destId="{E8BAD6B8-353E-4B32-BC42-87674ECB72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5E39E2-306F-447A-861D-BFAA580A9E3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5F6A8D2-F72E-488B-960A-0ECEE3C48461}">
      <dgm:prSet/>
      <dgm:spPr/>
      <dgm:t>
        <a:bodyPr/>
        <a:lstStyle/>
        <a:p>
          <a:r>
            <a:rPr lang="en-US"/>
            <a:t>Python: Ana programlama dili</a:t>
          </a:r>
        </a:p>
      </dgm:t>
    </dgm:pt>
    <dgm:pt modelId="{EFA2A338-C873-4CA2-B94D-033AFB03D5F5}" type="parTrans" cxnId="{44C8838E-D814-40A0-9DEE-4B8C0CE05EC7}">
      <dgm:prSet/>
      <dgm:spPr/>
      <dgm:t>
        <a:bodyPr/>
        <a:lstStyle/>
        <a:p>
          <a:endParaRPr lang="en-US"/>
        </a:p>
      </dgm:t>
    </dgm:pt>
    <dgm:pt modelId="{883B1F1D-A45A-43DA-8586-721DB639835F}" type="sibTrans" cxnId="{44C8838E-D814-40A0-9DEE-4B8C0CE05EC7}">
      <dgm:prSet/>
      <dgm:spPr/>
      <dgm:t>
        <a:bodyPr/>
        <a:lstStyle/>
        <a:p>
          <a:endParaRPr lang="en-US"/>
        </a:p>
      </dgm:t>
    </dgm:pt>
    <dgm:pt modelId="{7FA0714C-8F80-4BE3-BEA4-48BABF719395}">
      <dgm:prSet/>
      <dgm:spPr/>
      <dgm:t>
        <a:bodyPr/>
        <a:lstStyle/>
        <a:p>
          <a:r>
            <a:rPr lang="en-US"/>
            <a:t>OpenCV: Kamera görüntüsü alma</a:t>
          </a:r>
        </a:p>
      </dgm:t>
    </dgm:pt>
    <dgm:pt modelId="{0054834F-6D7A-491D-9103-47B2DED3A28F}" type="parTrans" cxnId="{597743BF-4EB0-4BD2-9C6A-1B584ADB6E3F}">
      <dgm:prSet/>
      <dgm:spPr/>
      <dgm:t>
        <a:bodyPr/>
        <a:lstStyle/>
        <a:p>
          <a:endParaRPr lang="en-US"/>
        </a:p>
      </dgm:t>
    </dgm:pt>
    <dgm:pt modelId="{014502EC-FF59-4791-9037-D037B6330AEE}" type="sibTrans" cxnId="{597743BF-4EB0-4BD2-9C6A-1B584ADB6E3F}">
      <dgm:prSet/>
      <dgm:spPr/>
      <dgm:t>
        <a:bodyPr/>
        <a:lstStyle/>
        <a:p>
          <a:endParaRPr lang="en-US"/>
        </a:p>
      </dgm:t>
    </dgm:pt>
    <dgm:pt modelId="{0F99C226-3802-42F3-B7B2-C6E3F18611AD}">
      <dgm:prSet/>
      <dgm:spPr/>
      <dgm:t>
        <a:bodyPr/>
        <a:lstStyle/>
        <a:p>
          <a:r>
            <a:rPr lang="en-US"/>
            <a:t>DeepFace: Duygu analizi (CNN temelli)</a:t>
          </a:r>
        </a:p>
      </dgm:t>
    </dgm:pt>
    <dgm:pt modelId="{84CD20B7-4C0F-47E8-8596-9B88057C86B0}" type="parTrans" cxnId="{19256FD2-2CA8-4340-8A78-08A14F89D9D1}">
      <dgm:prSet/>
      <dgm:spPr/>
      <dgm:t>
        <a:bodyPr/>
        <a:lstStyle/>
        <a:p>
          <a:endParaRPr lang="en-US"/>
        </a:p>
      </dgm:t>
    </dgm:pt>
    <dgm:pt modelId="{3F744E5D-B336-4B5A-9E5B-90C150DD7EE1}" type="sibTrans" cxnId="{19256FD2-2CA8-4340-8A78-08A14F89D9D1}">
      <dgm:prSet/>
      <dgm:spPr/>
      <dgm:t>
        <a:bodyPr/>
        <a:lstStyle/>
        <a:p>
          <a:endParaRPr lang="en-US"/>
        </a:p>
      </dgm:t>
    </dgm:pt>
    <dgm:pt modelId="{B13F0E29-0088-4A0D-AF11-494A6350436C}">
      <dgm:prSet/>
      <dgm:spPr/>
      <dgm:t>
        <a:bodyPr/>
        <a:lstStyle/>
        <a:p>
          <a:r>
            <a:rPr lang="en-US"/>
            <a:t>Tkinter: Grafiksel kullanıcı arayüzü</a:t>
          </a:r>
        </a:p>
      </dgm:t>
    </dgm:pt>
    <dgm:pt modelId="{D63BCAE5-41BE-4694-A711-EA777962546B}" type="parTrans" cxnId="{DFE49DEF-5920-44DE-B367-0B888C50D2F7}">
      <dgm:prSet/>
      <dgm:spPr/>
      <dgm:t>
        <a:bodyPr/>
        <a:lstStyle/>
        <a:p>
          <a:endParaRPr lang="en-US"/>
        </a:p>
      </dgm:t>
    </dgm:pt>
    <dgm:pt modelId="{E9F81ADD-3242-43B9-A2DD-31057A9F7BBA}" type="sibTrans" cxnId="{DFE49DEF-5920-44DE-B367-0B888C50D2F7}">
      <dgm:prSet/>
      <dgm:spPr/>
      <dgm:t>
        <a:bodyPr/>
        <a:lstStyle/>
        <a:p>
          <a:endParaRPr lang="en-US"/>
        </a:p>
      </dgm:t>
    </dgm:pt>
    <dgm:pt modelId="{11049B07-FED5-4ECF-8E8F-80B8360ADCDC}">
      <dgm:prSet/>
      <dgm:spPr/>
      <dgm:t>
        <a:bodyPr/>
        <a:lstStyle/>
        <a:p>
          <a:r>
            <a:rPr lang="en-US"/>
            <a:t>PIL (Pillow): Görsel dönüştürme</a:t>
          </a:r>
        </a:p>
      </dgm:t>
    </dgm:pt>
    <dgm:pt modelId="{CFFD94EB-91CA-4F25-93F7-8CACF1312617}" type="parTrans" cxnId="{CCF3AFDF-D908-4A7C-A310-29CAD4142D1B}">
      <dgm:prSet/>
      <dgm:spPr/>
      <dgm:t>
        <a:bodyPr/>
        <a:lstStyle/>
        <a:p>
          <a:endParaRPr lang="en-US"/>
        </a:p>
      </dgm:t>
    </dgm:pt>
    <dgm:pt modelId="{D758886B-E24E-4E53-9CF2-94F9AA21C131}" type="sibTrans" cxnId="{CCF3AFDF-D908-4A7C-A310-29CAD4142D1B}">
      <dgm:prSet/>
      <dgm:spPr/>
      <dgm:t>
        <a:bodyPr/>
        <a:lstStyle/>
        <a:p>
          <a:endParaRPr lang="en-US"/>
        </a:p>
      </dgm:t>
    </dgm:pt>
    <dgm:pt modelId="{A5901756-E731-47D9-9EB2-D00A45193E12}">
      <dgm:prSet/>
      <dgm:spPr/>
      <dgm:t>
        <a:bodyPr/>
        <a:lstStyle/>
        <a:p>
          <a:r>
            <a:rPr lang="en-US"/>
            <a:t>pandas &amp; matplotlib: Veri kaydı ve grafik çizimi</a:t>
          </a:r>
        </a:p>
      </dgm:t>
    </dgm:pt>
    <dgm:pt modelId="{FF02D015-F6BE-4355-9031-EC75C3750D79}" type="parTrans" cxnId="{0A97363D-1875-4394-B8FC-EC30A761B833}">
      <dgm:prSet/>
      <dgm:spPr/>
      <dgm:t>
        <a:bodyPr/>
        <a:lstStyle/>
        <a:p>
          <a:endParaRPr lang="en-US"/>
        </a:p>
      </dgm:t>
    </dgm:pt>
    <dgm:pt modelId="{4439AB8B-CF85-4F8D-98F3-EF2AF233F33B}" type="sibTrans" cxnId="{0A97363D-1875-4394-B8FC-EC30A761B833}">
      <dgm:prSet/>
      <dgm:spPr/>
      <dgm:t>
        <a:bodyPr/>
        <a:lstStyle/>
        <a:p>
          <a:endParaRPr lang="en-US"/>
        </a:p>
      </dgm:t>
    </dgm:pt>
    <dgm:pt modelId="{A1751592-E7F3-45BA-93C6-054AF78EA158}" type="pres">
      <dgm:prSet presAssocID="{B75E39E2-306F-447A-861D-BFAA580A9E3E}" presName="root" presStyleCnt="0">
        <dgm:presLayoutVars>
          <dgm:dir/>
          <dgm:resizeHandles val="exact"/>
        </dgm:presLayoutVars>
      </dgm:prSet>
      <dgm:spPr/>
    </dgm:pt>
    <dgm:pt modelId="{133496E3-1923-47FC-ABF3-0851A56B150A}" type="pres">
      <dgm:prSet presAssocID="{B75E39E2-306F-447A-861D-BFAA580A9E3E}" presName="container" presStyleCnt="0">
        <dgm:presLayoutVars>
          <dgm:dir/>
          <dgm:resizeHandles val="exact"/>
        </dgm:presLayoutVars>
      </dgm:prSet>
      <dgm:spPr/>
    </dgm:pt>
    <dgm:pt modelId="{D821B886-578B-46DB-AE79-E07AFB1F577C}" type="pres">
      <dgm:prSet presAssocID="{35F6A8D2-F72E-488B-960A-0ECEE3C48461}" presName="compNode" presStyleCnt="0"/>
      <dgm:spPr/>
    </dgm:pt>
    <dgm:pt modelId="{558BE3F9-AD98-48EB-9CAC-A79CB12221A6}" type="pres">
      <dgm:prSet presAssocID="{35F6A8D2-F72E-488B-960A-0ECEE3C48461}" presName="iconBgRect" presStyleLbl="bgShp" presStyleIdx="0" presStyleCnt="6"/>
      <dgm:spPr/>
    </dgm:pt>
    <dgm:pt modelId="{23268176-8ADC-4AB3-853E-1B8C4214B569}" type="pres">
      <dgm:prSet presAssocID="{35F6A8D2-F72E-488B-960A-0ECEE3C4846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l"/>
        </a:ext>
      </dgm:extLst>
    </dgm:pt>
    <dgm:pt modelId="{EAA76EC2-448B-49D4-9925-0298579E08AF}" type="pres">
      <dgm:prSet presAssocID="{35F6A8D2-F72E-488B-960A-0ECEE3C48461}" presName="spaceRect" presStyleCnt="0"/>
      <dgm:spPr/>
    </dgm:pt>
    <dgm:pt modelId="{CF929D2A-0632-47B8-B180-0B9C5D704BAB}" type="pres">
      <dgm:prSet presAssocID="{35F6A8D2-F72E-488B-960A-0ECEE3C48461}" presName="textRect" presStyleLbl="revTx" presStyleIdx="0" presStyleCnt="6">
        <dgm:presLayoutVars>
          <dgm:chMax val="1"/>
          <dgm:chPref val="1"/>
        </dgm:presLayoutVars>
      </dgm:prSet>
      <dgm:spPr/>
    </dgm:pt>
    <dgm:pt modelId="{3118F0C5-ECFC-4CB6-B1BC-90548F6669D5}" type="pres">
      <dgm:prSet presAssocID="{883B1F1D-A45A-43DA-8586-721DB639835F}" presName="sibTrans" presStyleLbl="sibTrans2D1" presStyleIdx="0" presStyleCnt="0"/>
      <dgm:spPr/>
    </dgm:pt>
    <dgm:pt modelId="{BC71EAC0-50C1-4D8F-ADE5-D570BD85383E}" type="pres">
      <dgm:prSet presAssocID="{7FA0714C-8F80-4BE3-BEA4-48BABF719395}" presName="compNode" presStyleCnt="0"/>
      <dgm:spPr/>
    </dgm:pt>
    <dgm:pt modelId="{3CC99FD4-9C34-4D14-B692-87012A2C7FE9}" type="pres">
      <dgm:prSet presAssocID="{7FA0714C-8F80-4BE3-BEA4-48BABF719395}" presName="iconBgRect" presStyleLbl="bgShp" presStyleIdx="1" presStyleCnt="6"/>
      <dgm:spPr/>
    </dgm:pt>
    <dgm:pt modelId="{5A0E4F75-8387-4F84-98D2-3A3962C918F8}" type="pres">
      <dgm:prSet presAssocID="{7FA0714C-8F80-4BE3-BEA4-48BABF71939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mera"/>
        </a:ext>
      </dgm:extLst>
    </dgm:pt>
    <dgm:pt modelId="{4A07B0E4-110A-46B7-B46A-C3FDD2F0428E}" type="pres">
      <dgm:prSet presAssocID="{7FA0714C-8F80-4BE3-BEA4-48BABF719395}" presName="spaceRect" presStyleCnt="0"/>
      <dgm:spPr/>
    </dgm:pt>
    <dgm:pt modelId="{0CA94997-4E21-4571-A387-2025FC9E6131}" type="pres">
      <dgm:prSet presAssocID="{7FA0714C-8F80-4BE3-BEA4-48BABF719395}" presName="textRect" presStyleLbl="revTx" presStyleIdx="1" presStyleCnt="6">
        <dgm:presLayoutVars>
          <dgm:chMax val="1"/>
          <dgm:chPref val="1"/>
        </dgm:presLayoutVars>
      </dgm:prSet>
      <dgm:spPr/>
    </dgm:pt>
    <dgm:pt modelId="{840CC973-BA5F-4361-B692-8CC51D7DAAEE}" type="pres">
      <dgm:prSet presAssocID="{014502EC-FF59-4791-9037-D037B6330AEE}" presName="sibTrans" presStyleLbl="sibTrans2D1" presStyleIdx="0" presStyleCnt="0"/>
      <dgm:spPr/>
    </dgm:pt>
    <dgm:pt modelId="{471A36A4-E0DE-4288-9D78-DDC412778EB9}" type="pres">
      <dgm:prSet presAssocID="{0F99C226-3802-42F3-B7B2-C6E3F18611AD}" presName="compNode" presStyleCnt="0"/>
      <dgm:spPr/>
    </dgm:pt>
    <dgm:pt modelId="{30FB8288-85FB-4370-9C3B-B6055199050B}" type="pres">
      <dgm:prSet presAssocID="{0F99C226-3802-42F3-B7B2-C6E3F18611AD}" presName="iconBgRect" presStyleLbl="bgShp" presStyleIdx="2" presStyleCnt="6"/>
      <dgm:spPr/>
    </dgm:pt>
    <dgm:pt modelId="{169B01D9-848F-47D8-ADBC-F034F0CBE015}" type="pres">
      <dgm:prSet presAssocID="{0F99C226-3802-42F3-B7B2-C6E3F18611A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0C4240D2-7503-4729-869A-80FE63B8D0C7}" type="pres">
      <dgm:prSet presAssocID="{0F99C226-3802-42F3-B7B2-C6E3F18611AD}" presName="spaceRect" presStyleCnt="0"/>
      <dgm:spPr/>
    </dgm:pt>
    <dgm:pt modelId="{FDDE2416-3ACA-48FA-AB75-A8CB939CC1C3}" type="pres">
      <dgm:prSet presAssocID="{0F99C226-3802-42F3-B7B2-C6E3F18611AD}" presName="textRect" presStyleLbl="revTx" presStyleIdx="2" presStyleCnt="6">
        <dgm:presLayoutVars>
          <dgm:chMax val="1"/>
          <dgm:chPref val="1"/>
        </dgm:presLayoutVars>
      </dgm:prSet>
      <dgm:spPr/>
    </dgm:pt>
    <dgm:pt modelId="{4994046A-01E3-4719-BB1E-5805D56DF707}" type="pres">
      <dgm:prSet presAssocID="{3F744E5D-B336-4B5A-9E5B-90C150DD7EE1}" presName="sibTrans" presStyleLbl="sibTrans2D1" presStyleIdx="0" presStyleCnt="0"/>
      <dgm:spPr/>
    </dgm:pt>
    <dgm:pt modelId="{47E50DE5-A029-4A17-AAD9-19B3F0F007A9}" type="pres">
      <dgm:prSet presAssocID="{B13F0E29-0088-4A0D-AF11-494A6350436C}" presName="compNode" presStyleCnt="0"/>
      <dgm:spPr/>
    </dgm:pt>
    <dgm:pt modelId="{4C9DB213-64B8-444E-8B56-C227B6624D82}" type="pres">
      <dgm:prSet presAssocID="{B13F0E29-0088-4A0D-AF11-494A6350436C}" presName="iconBgRect" presStyleLbl="bgShp" presStyleIdx="3" presStyleCnt="6"/>
      <dgm:spPr/>
    </dgm:pt>
    <dgm:pt modelId="{9F7D92A7-3310-48A9-B83C-AE51C17E340E}" type="pres">
      <dgm:prSet presAssocID="{B13F0E29-0088-4A0D-AF11-494A6350436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cı"/>
        </a:ext>
      </dgm:extLst>
    </dgm:pt>
    <dgm:pt modelId="{56D7C1D6-F6FF-4C06-ACC5-6FEC3AC325AC}" type="pres">
      <dgm:prSet presAssocID="{B13F0E29-0088-4A0D-AF11-494A6350436C}" presName="spaceRect" presStyleCnt="0"/>
      <dgm:spPr/>
    </dgm:pt>
    <dgm:pt modelId="{056F82AF-66C2-4375-AE02-856C5024E496}" type="pres">
      <dgm:prSet presAssocID="{B13F0E29-0088-4A0D-AF11-494A6350436C}" presName="textRect" presStyleLbl="revTx" presStyleIdx="3" presStyleCnt="6">
        <dgm:presLayoutVars>
          <dgm:chMax val="1"/>
          <dgm:chPref val="1"/>
        </dgm:presLayoutVars>
      </dgm:prSet>
      <dgm:spPr/>
    </dgm:pt>
    <dgm:pt modelId="{6935C1AF-0F76-42D6-B39A-A1CC8D9E3278}" type="pres">
      <dgm:prSet presAssocID="{E9F81ADD-3242-43B9-A2DD-31057A9F7BBA}" presName="sibTrans" presStyleLbl="sibTrans2D1" presStyleIdx="0" presStyleCnt="0"/>
      <dgm:spPr/>
    </dgm:pt>
    <dgm:pt modelId="{8CF506AF-8445-47B5-A560-219A722F032D}" type="pres">
      <dgm:prSet presAssocID="{11049B07-FED5-4ECF-8E8F-80B8360ADCDC}" presName="compNode" presStyleCnt="0"/>
      <dgm:spPr/>
    </dgm:pt>
    <dgm:pt modelId="{4B1BF4EB-9DFB-407D-8AED-473AC8DCA377}" type="pres">
      <dgm:prSet presAssocID="{11049B07-FED5-4ECF-8E8F-80B8360ADCDC}" presName="iconBgRect" presStyleLbl="bgShp" presStyleIdx="4" presStyleCnt="6"/>
      <dgm:spPr/>
    </dgm:pt>
    <dgm:pt modelId="{68DFE151-2CC7-43CA-8E08-FDC657F6A8C6}" type="pres">
      <dgm:prSet presAssocID="{11049B07-FED5-4ECF-8E8F-80B8360ADCD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atak"/>
        </a:ext>
      </dgm:extLst>
    </dgm:pt>
    <dgm:pt modelId="{A799BCCC-4B48-4B36-B8B6-34B0576D5B09}" type="pres">
      <dgm:prSet presAssocID="{11049B07-FED5-4ECF-8E8F-80B8360ADCDC}" presName="spaceRect" presStyleCnt="0"/>
      <dgm:spPr/>
    </dgm:pt>
    <dgm:pt modelId="{A6D0635F-32A2-4703-A16D-7806D45D7468}" type="pres">
      <dgm:prSet presAssocID="{11049B07-FED5-4ECF-8E8F-80B8360ADCDC}" presName="textRect" presStyleLbl="revTx" presStyleIdx="4" presStyleCnt="6">
        <dgm:presLayoutVars>
          <dgm:chMax val="1"/>
          <dgm:chPref val="1"/>
        </dgm:presLayoutVars>
      </dgm:prSet>
      <dgm:spPr/>
    </dgm:pt>
    <dgm:pt modelId="{EA261237-B664-4235-A0C7-D1380E1A2042}" type="pres">
      <dgm:prSet presAssocID="{D758886B-E24E-4E53-9CF2-94F9AA21C131}" presName="sibTrans" presStyleLbl="sibTrans2D1" presStyleIdx="0" presStyleCnt="0"/>
      <dgm:spPr/>
    </dgm:pt>
    <dgm:pt modelId="{C415ED2C-9CCE-442D-AEBC-C74F2BF08269}" type="pres">
      <dgm:prSet presAssocID="{A5901756-E731-47D9-9EB2-D00A45193E12}" presName="compNode" presStyleCnt="0"/>
      <dgm:spPr/>
    </dgm:pt>
    <dgm:pt modelId="{2A34ADC3-0F73-434D-9EA2-CDDD0D7FBD6A}" type="pres">
      <dgm:prSet presAssocID="{A5901756-E731-47D9-9EB2-D00A45193E12}" presName="iconBgRect" presStyleLbl="bgShp" presStyleIdx="5" presStyleCnt="6"/>
      <dgm:spPr/>
    </dgm:pt>
    <dgm:pt modelId="{477EC336-0B46-48C2-81D4-CE872F7A3349}" type="pres">
      <dgm:prSet presAssocID="{A5901756-E731-47D9-9EB2-D00A45193E1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197DEE44-A910-42B7-B92A-272AA813E2D5}" type="pres">
      <dgm:prSet presAssocID="{A5901756-E731-47D9-9EB2-D00A45193E12}" presName="spaceRect" presStyleCnt="0"/>
      <dgm:spPr/>
    </dgm:pt>
    <dgm:pt modelId="{7CB1036C-EEA5-4DFB-A843-D7C294F074C7}" type="pres">
      <dgm:prSet presAssocID="{A5901756-E731-47D9-9EB2-D00A45193E1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9C9E011-214F-4C1C-B428-9B5C3C85F109}" type="presOf" srcId="{11049B07-FED5-4ECF-8E8F-80B8360ADCDC}" destId="{A6D0635F-32A2-4703-A16D-7806D45D7468}" srcOrd="0" destOrd="0" presId="urn:microsoft.com/office/officeart/2018/2/layout/IconCircleList"/>
    <dgm:cxn modelId="{785CC825-1407-4A13-86DF-7254C250804F}" type="presOf" srcId="{0F99C226-3802-42F3-B7B2-C6E3F18611AD}" destId="{FDDE2416-3ACA-48FA-AB75-A8CB939CC1C3}" srcOrd="0" destOrd="0" presId="urn:microsoft.com/office/officeart/2018/2/layout/IconCircleList"/>
    <dgm:cxn modelId="{0A97363D-1875-4394-B8FC-EC30A761B833}" srcId="{B75E39E2-306F-447A-861D-BFAA580A9E3E}" destId="{A5901756-E731-47D9-9EB2-D00A45193E12}" srcOrd="5" destOrd="0" parTransId="{FF02D015-F6BE-4355-9031-EC75C3750D79}" sibTransId="{4439AB8B-CF85-4F8D-98F3-EF2AF233F33B}"/>
    <dgm:cxn modelId="{36CF5249-054B-4E3B-B8D8-929D5033E8F5}" type="presOf" srcId="{A5901756-E731-47D9-9EB2-D00A45193E12}" destId="{7CB1036C-EEA5-4DFB-A843-D7C294F074C7}" srcOrd="0" destOrd="0" presId="urn:microsoft.com/office/officeart/2018/2/layout/IconCircleList"/>
    <dgm:cxn modelId="{C373DB49-35FA-4071-BC1E-249165AD2537}" type="presOf" srcId="{883B1F1D-A45A-43DA-8586-721DB639835F}" destId="{3118F0C5-ECFC-4CB6-B1BC-90548F6669D5}" srcOrd="0" destOrd="0" presId="urn:microsoft.com/office/officeart/2018/2/layout/IconCircleList"/>
    <dgm:cxn modelId="{E4DB554E-1B57-49AA-9EB1-15D02A569B7D}" type="presOf" srcId="{D758886B-E24E-4E53-9CF2-94F9AA21C131}" destId="{EA261237-B664-4235-A0C7-D1380E1A2042}" srcOrd="0" destOrd="0" presId="urn:microsoft.com/office/officeart/2018/2/layout/IconCircleList"/>
    <dgm:cxn modelId="{CF126651-D054-4291-B00D-B9C3B62FF063}" type="presOf" srcId="{B75E39E2-306F-447A-861D-BFAA580A9E3E}" destId="{A1751592-E7F3-45BA-93C6-054AF78EA158}" srcOrd="0" destOrd="0" presId="urn:microsoft.com/office/officeart/2018/2/layout/IconCircleList"/>
    <dgm:cxn modelId="{14292B8E-1799-4D6E-8D04-1F88B97FE8DD}" type="presOf" srcId="{E9F81ADD-3242-43B9-A2DD-31057A9F7BBA}" destId="{6935C1AF-0F76-42D6-B39A-A1CC8D9E3278}" srcOrd="0" destOrd="0" presId="urn:microsoft.com/office/officeart/2018/2/layout/IconCircleList"/>
    <dgm:cxn modelId="{44C8838E-D814-40A0-9DEE-4B8C0CE05EC7}" srcId="{B75E39E2-306F-447A-861D-BFAA580A9E3E}" destId="{35F6A8D2-F72E-488B-960A-0ECEE3C48461}" srcOrd="0" destOrd="0" parTransId="{EFA2A338-C873-4CA2-B94D-033AFB03D5F5}" sibTransId="{883B1F1D-A45A-43DA-8586-721DB639835F}"/>
    <dgm:cxn modelId="{B3A3FC8E-DE25-47E7-A2F1-371A5AA89037}" type="presOf" srcId="{3F744E5D-B336-4B5A-9E5B-90C150DD7EE1}" destId="{4994046A-01E3-4719-BB1E-5805D56DF707}" srcOrd="0" destOrd="0" presId="urn:microsoft.com/office/officeart/2018/2/layout/IconCircleList"/>
    <dgm:cxn modelId="{0CDF9C93-6BB3-42EF-AF0B-D5B2D409B4F4}" type="presOf" srcId="{B13F0E29-0088-4A0D-AF11-494A6350436C}" destId="{056F82AF-66C2-4375-AE02-856C5024E496}" srcOrd="0" destOrd="0" presId="urn:microsoft.com/office/officeart/2018/2/layout/IconCircleList"/>
    <dgm:cxn modelId="{2B791FA1-6D97-4E9F-AFAB-026EE0BE3741}" type="presOf" srcId="{35F6A8D2-F72E-488B-960A-0ECEE3C48461}" destId="{CF929D2A-0632-47B8-B180-0B9C5D704BAB}" srcOrd="0" destOrd="0" presId="urn:microsoft.com/office/officeart/2018/2/layout/IconCircleList"/>
    <dgm:cxn modelId="{76BD3FAA-355C-4A56-8123-88138D651C24}" type="presOf" srcId="{014502EC-FF59-4791-9037-D037B6330AEE}" destId="{840CC973-BA5F-4361-B692-8CC51D7DAAEE}" srcOrd="0" destOrd="0" presId="urn:microsoft.com/office/officeart/2018/2/layout/IconCircleList"/>
    <dgm:cxn modelId="{597743BF-4EB0-4BD2-9C6A-1B584ADB6E3F}" srcId="{B75E39E2-306F-447A-861D-BFAA580A9E3E}" destId="{7FA0714C-8F80-4BE3-BEA4-48BABF719395}" srcOrd="1" destOrd="0" parTransId="{0054834F-6D7A-491D-9103-47B2DED3A28F}" sibTransId="{014502EC-FF59-4791-9037-D037B6330AEE}"/>
    <dgm:cxn modelId="{19256FD2-2CA8-4340-8A78-08A14F89D9D1}" srcId="{B75E39E2-306F-447A-861D-BFAA580A9E3E}" destId="{0F99C226-3802-42F3-B7B2-C6E3F18611AD}" srcOrd="2" destOrd="0" parTransId="{84CD20B7-4C0F-47E8-8596-9B88057C86B0}" sibTransId="{3F744E5D-B336-4B5A-9E5B-90C150DD7EE1}"/>
    <dgm:cxn modelId="{CCF3AFDF-D908-4A7C-A310-29CAD4142D1B}" srcId="{B75E39E2-306F-447A-861D-BFAA580A9E3E}" destId="{11049B07-FED5-4ECF-8E8F-80B8360ADCDC}" srcOrd="4" destOrd="0" parTransId="{CFFD94EB-91CA-4F25-93F7-8CACF1312617}" sibTransId="{D758886B-E24E-4E53-9CF2-94F9AA21C131}"/>
    <dgm:cxn modelId="{DFE49DEF-5920-44DE-B367-0B888C50D2F7}" srcId="{B75E39E2-306F-447A-861D-BFAA580A9E3E}" destId="{B13F0E29-0088-4A0D-AF11-494A6350436C}" srcOrd="3" destOrd="0" parTransId="{D63BCAE5-41BE-4694-A711-EA777962546B}" sibTransId="{E9F81ADD-3242-43B9-A2DD-31057A9F7BBA}"/>
    <dgm:cxn modelId="{D0DBB2F6-B79B-4101-9BF6-E5BBA8C4D684}" type="presOf" srcId="{7FA0714C-8F80-4BE3-BEA4-48BABF719395}" destId="{0CA94997-4E21-4571-A387-2025FC9E6131}" srcOrd="0" destOrd="0" presId="urn:microsoft.com/office/officeart/2018/2/layout/IconCircleList"/>
    <dgm:cxn modelId="{6F78DEEF-AD7D-4E94-8D7A-CE5C4826DF39}" type="presParOf" srcId="{A1751592-E7F3-45BA-93C6-054AF78EA158}" destId="{133496E3-1923-47FC-ABF3-0851A56B150A}" srcOrd="0" destOrd="0" presId="urn:microsoft.com/office/officeart/2018/2/layout/IconCircleList"/>
    <dgm:cxn modelId="{9242B165-724D-4CDC-8B69-90DFE7193694}" type="presParOf" srcId="{133496E3-1923-47FC-ABF3-0851A56B150A}" destId="{D821B886-578B-46DB-AE79-E07AFB1F577C}" srcOrd="0" destOrd="0" presId="urn:microsoft.com/office/officeart/2018/2/layout/IconCircleList"/>
    <dgm:cxn modelId="{94A506A3-4539-4554-831B-3B2BA336AD87}" type="presParOf" srcId="{D821B886-578B-46DB-AE79-E07AFB1F577C}" destId="{558BE3F9-AD98-48EB-9CAC-A79CB12221A6}" srcOrd="0" destOrd="0" presId="urn:microsoft.com/office/officeart/2018/2/layout/IconCircleList"/>
    <dgm:cxn modelId="{F9019808-DC3F-4DEB-9080-F2710D0F67BE}" type="presParOf" srcId="{D821B886-578B-46DB-AE79-E07AFB1F577C}" destId="{23268176-8ADC-4AB3-853E-1B8C4214B569}" srcOrd="1" destOrd="0" presId="urn:microsoft.com/office/officeart/2018/2/layout/IconCircleList"/>
    <dgm:cxn modelId="{458A63A2-4B90-44E1-AFAB-14A1B5283F2E}" type="presParOf" srcId="{D821B886-578B-46DB-AE79-E07AFB1F577C}" destId="{EAA76EC2-448B-49D4-9925-0298579E08AF}" srcOrd="2" destOrd="0" presId="urn:microsoft.com/office/officeart/2018/2/layout/IconCircleList"/>
    <dgm:cxn modelId="{7EB772FE-D6D0-4378-8925-CC6212B3EF1E}" type="presParOf" srcId="{D821B886-578B-46DB-AE79-E07AFB1F577C}" destId="{CF929D2A-0632-47B8-B180-0B9C5D704BAB}" srcOrd="3" destOrd="0" presId="urn:microsoft.com/office/officeart/2018/2/layout/IconCircleList"/>
    <dgm:cxn modelId="{2EDDB29B-3CD8-4E08-86FC-50C3D4340641}" type="presParOf" srcId="{133496E3-1923-47FC-ABF3-0851A56B150A}" destId="{3118F0C5-ECFC-4CB6-B1BC-90548F6669D5}" srcOrd="1" destOrd="0" presId="urn:microsoft.com/office/officeart/2018/2/layout/IconCircleList"/>
    <dgm:cxn modelId="{897FAE16-ADD2-4713-B46B-66714C0D694D}" type="presParOf" srcId="{133496E3-1923-47FC-ABF3-0851A56B150A}" destId="{BC71EAC0-50C1-4D8F-ADE5-D570BD85383E}" srcOrd="2" destOrd="0" presId="urn:microsoft.com/office/officeart/2018/2/layout/IconCircleList"/>
    <dgm:cxn modelId="{8D784397-4AE8-4DB4-88D8-2601863D6D4B}" type="presParOf" srcId="{BC71EAC0-50C1-4D8F-ADE5-D570BD85383E}" destId="{3CC99FD4-9C34-4D14-B692-87012A2C7FE9}" srcOrd="0" destOrd="0" presId="urn:microsoft.com/office/officeart/2018/2/layout/IconCircleList"/>
    <dgm:cxn modelId="{342B6738-283E-487E-AD49-5767D038E6DF}" type="presParOf" srcId="{BC71EAC0-50C1-4D8F-ADE5-D570BD85383E}" destId="{5A0E4F75-8387-4F84-98D2-3A3962C918F8}" srcOrd="1" destOrd="0" presId="urn:microsoft.com/office/officeart/2018/2/layout/IconCircleList"/>
    <dgm:cxn modelId="{5C4EF615-2304-4B0E-AA75-404098FB0C51}" type="presParOf" srcId="{BC71EAC0-50C1-4D8F-ADE5-D570BD85383E}" destId="{4A07B0E4-110A-46B7-B46A-C3FDD2F0428E}" srcOrd="2" destOrd="0" presId="urn:microsoft.com/office/officeart/2018/2/layout/IconCircleList"/>
    <dgm:cxn modelId="{6E191464-DABD-47C3-8CD4-4D1D71632873}" type="presParOf" srcId="{BC71EAC0-50C1-4D8F-ADE5-D570BD85383E}" destId="{0CA94997-4E21-4571-A387-2025FC9E6131}" srcOrd="3" destOrd="0" presId="urn:microsoft.com/office/officeart/2018/2/layout/IconCircleList"/>
    <dgm:cxn modelId="{5A5E9BE5-384F-4813-82AA-654F78A88340}" type="presParOf" srcId="{133496E3-1923-47FC-ABF3-0851A56B150A}" destId="{840CC973-BA5F-4361-B692-8CC51D7DAAEE}" srcOrd="3" destOrd="0" presId="urn:microsoft.com/office/officeart/2018/2/layout/IconCircleList"/>
    <dgm:cxn modelId="{8E1ADDD3-7B50-45C1-B6CC-309AA71EC339}" type="presParOf" srcId="{133496E3-1923-47FC-ABF3-0851A56B150A}" destId="{471A36A4-E0DE-4288-9D78-DDC412778EB9}" srcOrd="4" destOrd="0" presId="urn:microsoft.com/office/officeart/2018/2/layout/IconCircleList"/>
    <dgm:cxn modelId="{7C864EDF-00A6-4B07-BABF-C4286717A7A3}" type="presParOf" srcId="{471A36A4-E0DE-4288-9D78-DDC412778EB9}" destId="{30FB8288-85FB-4370-9C3B-B6055199050B}" srcOrd="0" destOrd="0" presId="urn:microsoft.com/office/officeart/2018/2/layout/IconCircleList"/>
    <dgm:cxn modelId="{0A611B20-6458-4EF7-B5CA-656E5F5CF24D}" type="presParOf" srcId="{471A36A4-E0DE-4288-9D78-DDC412778EB9}" destId="{169B01D9-848F-47D8-ADBC-F034F0CBE015}" srcOrd="1" destOrd="0" presId="urn:microsoft.com/office/officeart/2018/2/layout/IconCircleList"/>
    <dgm:cxn modelId="{FD662E3F-D01C-44A9-BDBD-2AD2DAF7F6E7}" type="presParOf" srcId="{471A36A4-E0DE-4288-9D78-DDC412778EB9}" destId="{0C4240D2-7503-4729-869A-80FE63B8D0C7}" srcOrd="2" destOrd="0" presId="urn:microsoft.com/office/officeart/2018/2/layout/IconCircleList"/>
    <dgm:cxn modelId="{D0181606-E1A7-4963-B5B7-CC3AD068D16C}" type="presParOf" srcId="{471A36A4-E0DE-4288-9D78-DDC412778EB9}" destId="{FDDE2416-3ACA-48FA-AB75-A8CB939CC1C3}" srcOrd="3" destOrd="0" presId="urn:microsoft.com/office/officeart/2018/2/layout/IconCircleList"/>
    <dgm:cxn modelId="{4CD5D995-1B41-4988-921F-12E71E8E549A}" type="presParOf" srcId="{133496E3-1923-47FC-ABF3-0851A56B150A}" destId="{4994046A-01E3-4719-BB1E-5805D56DF707}" srcOrd="5" destOrd="0" presId="urn:microsoft.com/office/officeart/2018/2/layout/IconCircleList"/>
    <dgm:cxn modelId="{08AADB2B-973C-4497-882C-23A93186A629}" type="presParOf" srcId="{133496E3-1923-47FC-ABF3-0851A56B150A}" destId="{47E50DE5-A029-4A17-AAD9-19B3F0F007A9}" srcOrd="6" destOrd="0" presId="urn:microsoft.com/office/officeart/2018/2/layout/IconCircleList"/>
    <dgm:cxn modelId="{D65B368B-D590-4BC3-BAE0-643DC7F5A0BA}" type="presParOf" srcId="{47E50DE5-A029-4A17-AAD9-19B3F0F007A9}" destId="{4C9DB213-64B8-444E-8B56-C227B6624D82}" srcOrd="0" destOrd="0" presId="urn:microsoft.com/office/officeart/2018/2/layout/IconCircleList"/>
    <dgm:cxn modelId="{0A25655A-8E6D-417A-A756-BB05218678B9}" type="presParOf" srcId="{47E50DE5-A029-4A17-AAD9-19B3F0F007A9}" destId="{9F7D92A7-3310-48A9-B83C-AE51C17E340E}" srcOrd="1" destOrd="0" presId="urn:microsoft.com/office/officeart/2018/2/layout/IconCircleList"/>
    <dgm:cxn modelId="{6253C0D9-0BBA-4269-A319-E697C76754AA}" type="presParOf" srcId="{47E50DE5-A029-4A17-AAD9-19B3F0F007A9}" destId="{56D7C1D6-F6FF-4C06-ACC5-6FEC3AC325AC}" srcOrd="2" destOrd="0" presId="urn:microsoft.com/office/officeart/2018/2/layout/IconCircleList"/>
    <dgm:cxn modelId="{B9904F35-74C4-4BFF-ABC5-A8DC0975A317}" type="presParOf" srcId="{47E50DE5-A029-4A17-AAD9-19B3F0F007A9}" destId="{056F82AF-66C2-4375-AE02-856C5024E496}" srcOrd="3" destOrd="0" presId="urn:microsoft.com/office/officeart/2018/2/layout/IconCircleList"/>
    <dgm:cxn modelId="{760A64AB-1E70-415D-8480-6064EEDF129C}" type="presParOf" srcId="{133496E3-1923-47FC-ABF3-0851A56B150A}" destId="{6935C1AF-0F76-42D6-B39A-A1CC8D9E3278}" srcOrd="7" destOrd="0" presId="urn:microsoft.com/office/officeart/2018/2/layout/IconCircleList"/>
    <dgm:cxn modelId="{ADDAE0B6-037A-437B-AC07-67EF837840C3}" type="presParOf" srcId="{133496E3-1923-47FC-ABF3-0851A56B150A}" destId="{8CF506AF-8445-47B5-A560-219A722F032D}" srcOrd="8" destOrd="0" presId="urn:microsoft.com/office/officeart/2018/2/layout/IconCircleList"/>
    <dgm:cxn modelId="{D90E85F4-0AED-4832-A551-820A8C17F6D7}" type="presParOf" srcId="{8CF506AF-8445-47B5-A560-219A722F032D}" destId="{4B1BF4EB-9DFB-407D-8AED-473AC8DCA377}" srcOrd="0" destOrd="0" presId="urn:microsoft.com/office/officeart/2018/2/layout/IconCircleList"/>
    <dgm:cxn modelId="{AB13E2E6-0723-4706-99EF-C6B03BE49B05}" type="presParOf" srcId="{8CF506AF-8445-47B5-A560-219A722F032D}" destId="{68DFE151-2CC7-43CA-8E08-FDC657F6A8C6}" srcOrd="1" destOrd="0" presId="urn:microsoft.com/office/officeart/2018/2/layout/IconCircleList"/>
    <dgm:cxn modelId="{FF6A657A-899C-4CDF-B0C8-CBA0A7DBAD4D}" type="presParOf" srcId="{8CF506AF-8445-47B5-A560-219A722F032D}" destId="{A799BCCC-4B48-4B36-B8B6-34B0576D5B09}" srcOrd="2" destOrd="0" presId="urn:microsoft.com/office/officeart/2018/2/layout/IconCircleList"/>
    <dgm:cxn modelId="{717F2F80-D1B7-45A1-842F-2F0833215F27}" type="presParOf" srcId="{8CF506AF-8445-47B5-A560-219A722F032D}" destId="{A6D0635F-32A2-4703-A16D-7806D45D7468}" srcOrd="3" destOrd="0" presId="urn:microsoft.com/office/officeart/2018/2/layout/IconCircleList"/>
    <dgm:cxn modelId="{B6821AC4-CC86-4669-84F2-82F8A8E2798F}" type="presParOf" srcId="{133496E3-1923-47FC-ABF3-0851A56B150A}" destId="{EA261237-B664-4235-A0C7-D1380E1A2042}" srcOrd="9" destOrd="0" presId="urn:microsoft.com/office/officeart/2018/2/layout/IconCircleList"/>
    <dgm:cxn modelId="{A46E09F4-4525-4326-8EAC-226422F839BC}" type="presParOf" srcId="{133496E3-1923-47FC-ABF3-0851A56B150A}" destId="{C415ED2C-9CCE-442D-AEBC-C74F2BF08269}" srcOrd="10" destOrd="0" presId="urn:microsoft.com/office/officeart/2018/2/layout/IconCircleList"/>
    <dgm:cxn modelId="{D49248CB-B65E-417C-B496-7F806486DDDB}" type="presParOf" srcId="{C415ED2C-9CCE-442D-AEBC-C74F2BF08269}" destId="{2A34ADC3-0F73-434D-9EA2-CDDD0D7FBD6A}" srcOrd="0" destOrd="0" presId="urn:microsoft.com/office/officeart/2018/2/layout/IconCircleList"/>
    <dgm:cxn modelId="{A1F7BAC0-3826-40FC-A0E5-FBA4624E5078}" type="presParOf" srcId="{C415ED2C-9CCE-442D-AEBC-C74F2BF08269}" destId="{477EC336-0B46-48C2-81D4-CE872F7A3349}" srcOrd="1" destOrd="0" presId="urn:microsoft.com/office/officeart/2018/2/layout/IconCircleList"/>
    <dgm:cxn modelId="{21137FA8-099F-419D-BC5D-4DDB567FF776}" type="presParOf" srcId="{C415ED2C-9CCE-442D-AEBC-C74F2BF08269}" destId="{197DEE44-A910-42B7-B92A-272AA813E2D5}" srcOrd="2" destOrd="0" presId="urn:microsoft.com/office/officeart/2018/2/layout/IconCircleList"/>
    <dgm:cxn modelId="{9F82D9E0-AE84-4D37-BDF1-D9FEB1565B3B}" type="presParOf" srcId="{C415ED2C-9CCE-442D-AEBC-C74F2BF08269}" destId="{7CB1036C-EEA5-4DFB-A843-D7C294F074C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856D4-6E12-454C-BE75-ACE46A72E6EE}">
      <dsp:nvSpPr>
        <dsp:cNvPr id="0" name=""/>
        <dsp:cNvSpPr/>
      </dsp:nvSpPr>
      <dsp:spPr>
        <a:xfrm>
          <a:off x="0" y="680"/>
          <a:ext cx="4879728" cy="1593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13D8C-981D-4DD1-9D96-7B188C7AE181}">
      <dsp:nvSpPr>
        <dsp:cNvPr id="0" name=""/>
        <dsp:cNvSpPr/>
      </dsp:nvSpPr>
      <dsp:spPr>
        <a:xfrm>
          <a:off x="481967" y="359168"/>
          <a:ext cx="876303" cy="8763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C0564-A316-48FA-83E8-7418D160E1AC}">
      <dsp:nvSpPr>
        <dsp:cNvPr id="0" name=""/>
        <dsp:cNvSpPr/>
      </dsp:nvSpPr>
      <dsp:spPr>
        <a:xfrm>
          <a:off x="1840237" y="680"/>
          <a:ext cx="3039490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Gerçek zamanlı olarak yüz ifadesinden duygu tespiti yapmak</a:t>
          </a:r>
        </a:p>
      </dsp:txBody>
      <dsp:txXfrm>
        <a:off x="1840237" y="680"/>
        <a:ext cx="3039490" cy="1593279"/>
      </dsp:txXfrm>
    </dsp:sp>
    <dsp:sp modelId="{DC31CB16-89E4-4800-98D0-006C5CB40AF3}">
      <dsp:nvSpPr>
        <dsp:cNvPr id="0" name=""/>
        <dsp:cNvSpPr/>
      </dsp:nvSpPr>
      <dsp:spPr>
        <a:xfrm>
          <a:off x="0" y="1992280"/>
          <a:ext cx="4879728" cy="1593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7177B-C390-4C94-9916-C825827D8E80}">
      <dsp:nvSpPr>
        <dsp:cNvPr id="0" name=""/>
        <dsp:cNvSpPr/>
      </dsp:nvSpPr>
      <dsp:spPr>
        <a:xfrm>
          <a:off x="481967" y="2350768"/>
          <a:ext cx="876303" cy="8763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18D61-7404-474F-9CC6-9FA5BA1B8084}">
      <dsp:nvSpPr>
        <dsp:cNvPr id="0" name=""/>
        <dsp:cNvSpPr/>
      </dsp:nvSpPr>
      <dsp:spPr>
        <a:xfrm>
          <a:off x="1840237" y="1992280"/>
          <a:ext cx="3039490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Kullanıcının duygusunu bir emoji ile görsel hale getirmek</a:t>
          </a:r>
        </a:p>
      </dsp:txBody>
      <dsp:txXfrm>
        <a:off x="1840237" y="1992280"/>
        <a:ext cx="3039490" cy="1593279"/>
      </dsp:txXfrm>
    </dsp:sp>
    <dsp:sp modelId="{0E692B53-C744-4436-9405-500B2A163036}">
      <dsp:nvSpPr>
        <dsp:cNvPr id="0" name=""/>
        <dsp:cNvSpPr/>
      </dsp:nvSpPr>
      <dsp:spPr>
        <a:xfrm>
          <a:off x="0" y="3983879"/>
          <a:ext cx="4879728" cy="1593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BF85A-7454-4A59-A740-C61DD510B49B}">
      <dsp:nvSpPr>
        <dsp:cNvPr id="0" name=""/>
        <dsp:cNvSpPr/>
      </dsp:nvSpPr>
      <dsp:spPr>
        <a:xfrm>
          <a:off x="481967" y="4342367"/>
          <a:ext cx="876303" cy="8763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AD6B8-353E-4B32-BC42-87674ECB72B5}">
      <dsp:nvSpPr>
        <dsp:cNvPr id="0" name=""/>
        <dsp:cNvSpPr/>
      </dsp:nvSpPr>
      <dsp:spPr>
        <a:xfrm>
          <a:off x="1840237" y="3983879"/>
          <a:ext cx="3039490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Bu verileri zaman damgası ile kaydedip günlük raporlar üretmek</a:t>
          </a:r>
        </a:p>
      </dsp:txBody>
      <dsp:txXfrm>
        <a:off x="1840237" y="3983879"/>
        <a:ext cx="3039490" cy="1593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BE3F9-AD98-48EB-9CAC-A79CB12221A6}">
      <dsp:nvSpPr>
        <dsp:cNvPr id="0" name=""/>
        <dsp:cNvSpPr/>
      </dsp:nvSpPr>
      <dsp:spPr>
        <a:xfrm>
          <a:off x="649906" y="10014"/>
          <a:ext cx="781231" cy="7812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68176-8ADC-4AB3-853E-1B8C4214B569}">
      <dsp:nvSpPr>
        <dsp:cNvPr id="0" name=""/>
        <dsp:cNvSpPr/>
      </dsp:nvSpPr>
      <dsp:spPr>
        <a:xfrm>
          <a:off x="813964" y="174073"/>
          <a:ext cx="453114" cy="4531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29D2A-0632-47B8-B180-0B9C5D704BAB}">
      <dsp:nvSpPr>
        <dsp:cNvPr id="0" name=""/>
        <dsp:cNvSpPr/>
      </dsp:nvSpPr>
      <dsp:spPr>
        <a:xfrm>
          <a:off x="1598544" y="10014"/>
          <a:ext cx="1841474" cy="781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Python: Ana programlama dili</a:t>
          </a:r>
        </a:p>
      </dsp:txBody>
      <dsp:txXfrm>
        <a:off x="1598544" y="10014"/>
        <a:ext cx="1841474" cy="781231"/>
      </dsp:txXfrm>
    </dsp:sp>
    <dsp:sp modelId="{3CC99FD4-9C34-4D14-B692-87012A2C7FE9}">
      <dsp:nvSpPr>
        <dsp:cNvPr id="0" name=""/>
        <dsp:cNvSpPr/>
      </dsp:nvSpPr>
      <dsp:spPr>
        <a:xfrm>
          <a:off x="3760881" y="10014"/>
          <a:ext cx="781231" cy="78123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E4F75-8387-4F84-98D2-3A3962C918F8}">
      <dsp:nvSpPr>
        <dsp:cNvPr id="0" name=""/>
        <dsp:cNvSpPr/>
      </dsp:nvSpPr>
      <dsp:spPr>
        <a:xfrm>
          <a:off x="3924940" y="174073"/>
          <a:ext cx="453114" cy="4531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94997-4E21-4571-A387-2025FC9E6131}">
      <dsp:nvSpPr>
        <dsp:cNvPr id="0" name=""/>
        <dsp:cNvSpPr/>
      </dsp:nvSpPr>
      <dsp:spPr>
        <a:xfrm>
          <a:off x="4709519" y="10014"/>
          <a:ext cx="1841474" cy="781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OpenCV: Kamera görüntüsü alma</a:t>
          </a:r>
        </a:p>
      </dsp:txBody>
      <dsp:txXfrm>
        <a:off x="4709519" y="10014"/>
        <a:ext cx="1841474" cy="781231"/>
      </dsp:txXfrm>
    </dsp:sp>
    <dsp:sp modelId="{30FB8288-85FB-4370-9C3B-B6055199050B}">
      <dsp:nvSpPr>
        <dsp:cNvPr id="0" name=""/>
        <dsp:cNvSpPr/>
      </dsp:nvSpPr>
      <dsp:spPr>
        <a:xfrm>
          <a:off x="649906" y="1400084"/>
          <a:ext cx="781231" cy="7812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B01D9-848F-47D8-ADBC-F034F0CBE015}">
      <dsp:nvSpPr>
        <dsp:cNvPr id="0" name=""/>
        <dsp:cNvSpPr/>
      </dsp:nvSpPr>
      <dsp:spPr>
        <a:xfrm>
          <a:off x="813964" y="1564142"/>
          <a:ext cx="453114" cy="4531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E2416-3ACA-48FA-AB75-A8CB939CC1C3}">
      <dsp:nvSpPr>
        <dsp:cNvPr id="0" name=""/>
        <dsp:cNvSpPr/>
      </dsp:nvSpPr>
      <dsp:spPr>
        <a:xfrm>
          <a:off x="1598544" y="1400084"/>
          <a:ext cx="1841474" cy="781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DeepFace: Duygu analizi (CNN temelli)</a:t>
          </a:r>
        </a:p>
      </dsp:txBody>
      <dsp:txXfrm>
        <a:off x="1598544" y="1400084"/>
        <a:ext cx="1841474" cy="781231"/>
      </dsp:txXfrm>
    </dsp:sp>
    <dsp:sp modelId="{4C9DB213-64B8-444E-8B56-C227B6624D82}">
      <dsp:nvSpPr>
        <dsp:cNvPr id="0" name=""/>
        <dsp:cNvSpPr/>
      </dsp:nvSpPr>
      <dsp:spPr>
        <a:xfrm>
          <a:off x="3760881" y="1400084"/>
          <a:ext cx="781231" cy="78123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D92A7-3310-48A9-B83C-AE51C17E340E}">
      <dsp:nvSpPr>
        <dsp:cNvPr id="0" name=""/>
        <dsp:cNvSpPr/>
      </dsp:nvSpPr>
      <dsp:spPr>
        <a:xfrm>
          <a:off x="3924940" y="1564142"/>
          <a:ext cx="453114" cy="4531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F82AF-66C2-4375-AE02-856C5024E496}">
      <dsp:nvSpPr>
        <dsp:cNvPr id="0" name=""/>
        <dsp:cNvSpPr/>
      </dsp:nvSpPr>
      <dsp:spPr>
        <a:xfrm>
          <a:off x="4709519" y="1400084"/>
          <a:ext cx="1841474" cy="781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Tkinter: Grafiksel kullanıcı arayüzü</a:t>
          </a:r>
        </a:p>
      </dsp:txBody>
      <dsp:txXfrm>
        <a:off x="4709519" y="1400084"/>
        <a:ext cx="1841474" cy="781231"/>
      </dsp:txXfrm>
    </dsp:sp>
    <dsp:sp modelId="{4B1BF4EB-9DFB-407D-8AED-473AC8DCA377}">
      <dsp:nvSpPr>
        <dsp:cNvPr id="0" name=""/>
        <dsp:cNvSpPr/>
      </dsp:nvSpPr>
      <dsp:spPr>
        <a:xfrm>
          <a:off x="649906" y="2790153"/>
          <a:ext cx="781231" cy="78123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FE151-2CC7-43CA-8E08-FDC657F6A8C6}">
      <dsp:nvSpPr>
        <dsp:cNvPr id="0" name=""/>
        <dsp:cNvSpPr/>
      </dsp:nvSpPr>
      <dsp:spPr>
        <a:xfrm>
          <a:off x="813964" y="2954212"/>
          <a:ext cx="453114" cy="4531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0635F-32A2-4703-A16D-7806D45D7468}">
      <dsp:nvSpPr>
        <dsp:cNvPr id="0" name=""/>
        <dsp:cNvSpPr/>
      </dsp:nvSpPr>
      <dsp:spPr>
        <a:xfrm>
          <a:off x="1598544" y="2790153"/>
          <a:ext cx="1841474" cy="781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PIL (Pillow): Görsel dönüştürme</a:t>
          </a:r>
        </a:p>
      </dsp:txBody>
      <dsp:txXfrm>
        <a:off x="1598544" y="2790153"/>
        <a:ext cx="1841474" cy="781231"/>
      </dsp:txXfrm>
    </dsp:sp>
    <dsp:sp modelId="{2A34ADC3-0F73-434D-9EA2-CDDD0D7FBD6A}">
      <dsp:nvSpPr>
        <dsp:cNvPr id="0" name=""/>
        <dsp:cNvSpPr/>
      </dsp:nvSpPr>
      <dsp:spPr>
        <a:xfrm>
          <a:off x="3760881" y="2790153"/>
          <a:ext cx="781231" cy="7812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EC336-0B46-48C2-81D4-CE872F7A3349}">
      <dsp:nvSpPr>
        <dsp:cNvPr id="0" name=""/>
        <dsp:cNvSpPr/>
      </dsp:nvSpPr>
      <dsp:spPr>
        <a:xfrm>
          <a:off x="3924940" y="2954212"/>
          <a:ext cx="453114" cy="4531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1036C-EEA5-4DFB-A843-D7C294F074C7}">
      <dsp:nvSpPr>
        <dsp:cNvPr id="0" name=""/>
        <dsp:cNvSpPr/>
      </dsp:nvSpPr>
      <dsp:spPr>
        <a:xfrm>
          <a:off x="4709519" y="2790153"/>
          <a:ext cx="1841474" cy="781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pandas &amp; matplotlib: Veri kaydı ve grafik çizimi</a:t>
          </a:r>
        </a:p>
      </dsp:txBody>
      <dsp:txXfrm>
        <a:off x="4709519" y="2790153"/>
        <a:ext cx="1841474" cy="781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6723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6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178934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18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3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5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004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843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6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7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5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4643" y="744469"/>
            <a:ext cx="8005589" cy="5349671"/>
            <a:chOff x="752858" y="744469"/>
            <a:chExt cx="10674117" cy="5349671"/>
          </a:xfrm>
        </p:grpSpPr>
        <p:sp>
          <p:nvSpPr>
            <p:cNvPr id="66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67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</p:grp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39" y="634028"/>
            <a:ext cx="2516957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br>
              <a:rPr lang="en-US" sz="2900" cap="all"/>
            </a:br>
            <a:br>
              <a:rPr lang="en-US" sz="2900" cap="all"/>
            </a:br>
            <a:br>
              <a:rPr lang="en-US" sz="2900" cap="all"/>
            </a:br>
            <a:r>
              <a:rPr lang="en-US" sz="2900" b="1" cap="all"/>
              <a:t>GÖRÜNTÜ İŞLEME DERSİ PROJESİ</a:t>
            </a:r>
            <a:br>
              <a:rPr lang="en-US" sz="2900" b="1" cap="all"/>
            </a:br>
            <a:r>
              <a:rPr lang="en-US" sz="2900" b="1" cap="all"/>
              <a:t>Gerçek Zamanlı Duygu Takİbİ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440D9A0-2DBD-3D6E-76A5-7BC77C12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39" y="4436462"/>
            <a:ext cx="2516957" cy="179465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300" b="1"/>
              <a:t>METEHAN AYHAN</a:t>
            </a:r>
          </a:p>
        </p:txBody>
      </p:sp>
      <p:sp>
        <p:nvSpPr>
          <p:cNvPr id="71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486872" y="634028"/>
            <a:ext cx="2456751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73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371002" y="2016617"/>
            <a:ext cx="2456260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pic>
        <p:nvPicPr>
          <p:cNvPr id="10" name="Resim 9" descr="kırpıntı çizim, Çizgi film, çizim, çizgi fil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6C6BAE5-D88B-C8F9-9558-87B324836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96" r="18783" b="1"/>
          <a:stretch/>
        </p:blipFill>
        <p:spPr>
          <a:xfrm>
            <a:off x="1034267" y="1936641"/>
            <a:ext cx="4244416" cy="3183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639704"/>
            <a:ext cx="2474684" cy="5577840"/>
          </a:xfrm>
        </p:spPr>
        <p:txBody>
          <a:bodyPr anchor="ctr">
            <a:normAutofit/>
          </a:bodyPr>
          <a:lstStyle/>
          <a:p>
            <a:pPr algn="ctr"/>
            <a:r>
              <a:rPr lang="tr-TR" sz="3400" dirty="0"/>
              <a:t>Neden Bu Projeyi Geliştirdim?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86FAB0-C29A-2EC7-C133-4C4631782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091437"/>
              </p:ext>
            </p:extLst>
          </p:nvPr>
        </p:nvGraphicFramePr>
        <p:xfrm>
          <a:off x="3676104" y="639705"/>
          <a:ext cx="4879728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>
            <a:normAutofit/>
          </a:bodyPr>
          <a:lstStyle/>
          <a:p>
            <a:r>
              <a:rPr dirty="0" err="1"/>
              <a:t>Kullandığım</a:t>
            </a:r>
            <a:r>
              <a:rPr dirty="0"/>
              <a:t> </a:t>
            </a:r>
            <a:r>
              <a:rPr dirty="0" err="1"/>
              <a:t>Araçlar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Kütüphaneler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876453-6140-5FC1-5FA6-64F1E7E538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591618"/>
              </p:ext>
            </p:extLst>
          </p:nvPr>
        </p:nvGraphicFramePr>
        <p:xfrm>
          <a:off x="1028700" y="2286000"/>
          <a:ext cx="72009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1D8973-EAA9-459A-AF59-BBB4233D6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7" y="685800"/>
            <a:ext cx="4345106" cy="1485900"/>
          </a:xfrm>
        </p:spPr>
        <p:txBody>
          <a:bodyPr>
            <a:normAutofit/>
          </a:bodyPr>
          <a:lstStyle/>
          <a:p>
            <a:r>
              <a:rPr dirty="0" err="1"/>
              <a:t>Nasıl</a:t>
            </a:r>
            <a:r>
              <a:rPr dirty="0"/>
              <a:t> </a:t>
            </a:r>
            <a:r>
              <a:rPr dirty="0" err="1"/>
              <a:t>Çalışıyor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557" y="2286000"/>
            <a:ext cx="4345106" cy="358140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1. </a:t>
            </a:r>
            <a:r>
              <a:rPr dirty="0" err="1"/>
              <a:t>Kameradan</a:t>
            </a:r>
            <a:r>
              <a:rPr dirty="0"/>
              <a:t> </a:t>
            </a:r>
            <a:r>
              <a:rPr dirty="0" err="1"/>
              <a:t>görüntü</a:t>
            </a:r>
            <a:r>
              <a:rPr dirty="0"/>
              <a:t> </a:t>
            </a:r>
            <a:r>
              <a:rPr dirty="0" err="1"/>
              <a:t>alınır</a:t>
            </a:r>
            <a:endParaRPr dirty="0"/>
          </a:p>
          <a:p>
            <a:pPr>
              <a:defRPr sz="2000"/>
            </a:pPr>
            <a:r>
              <a:rPr dirty="0"/>
              <a:t>2. </a:t>
            </a:r>
            <a:r>
              <a:rPr dirty="0" err="1"/>
              <a:t>DeepFace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yüz</a:t>
            </a:r>
            <a:r>
              <a:rPr dirty="0"/>
              <a:t> </a:t>
            </a:r>
            <a:r>
              <a:rPr dirty="0" err="1"/>
              <a:t>ifadesi</a:t>
            </a:r>
            <a:r>
              <a:rPr dirty="0"/>
              <a:t> </a:t>
            </a:r>
            <a:r>
              <a:rPr dirty="0" err="1"/>
              <a:t>analiz</a:t>
            </a:r>
            <a:r>
              <a:rPr dirty="0"/>
              <a:t> </a:t>
            </a:r>
            <a:r>
              <a:rPr dirty="0" err="1"/>
              <a:t>edilir</a:t>
            </a:r>
            <a:endParaRPr dirty="0"/>
          </a:p>
          <a:p>
            <a:pPr>
              <a:defRPr sz="2000"/>
            </a:pPr>
            <a:r>
              <a:rPr dirty="0"/>
              <a:t>3. En </a:t>
            </a:r>
            <a:r>
              <a:rPr dirty="0" err="1"/>
              <a:t>baskın</a:t>
            </a:r>
            <a:r>
              <a:rPr dirty="0"/>
              <a:t> </a:t>
            </a:r>
            <a:r>
              <a:rPr dirty="0" err="1"/>
              <a:t>duygu</a:t>
            </a:r>
            <a:r>
              <a:rPr dirty="0"/>
              <a:t> </a:t>
            </a:r>
            <a:r>
              <a:rPr dirty="0" err="1"/>
              <a:t>tespit</a:t>
            </a:r>
            <a:r>
              <a:rPr dirty="0"/>
              <a:t> </a:t>
            </a:r>
            <a:r>
              <a:rPr dirty="0" err="1"/>
              <a:t>edilir</a:t>
            </a:r>
            <a:endParaRPr dirty="0"/>
          </a:p>
          <a:p>
            <a:pPr>
              <a:defRPr sz="2000"/>
            </a:pPr>
            <a:r>
              <a:rPr dirty="0"/>
              <a:t>4. </a:t>
            </a:r>
            <a:r>
              <a:rPr dirty="0" err="1"/>
              <a:t>GUI'de</a:t>
            </a:r>
            <a:r>
              <a:rPr dirty="0"/>
              <a:t> </a:t>
            </a:r>
            <a:r>
              <a:rPr dirty="0" err="1"/>
              <a:t>duygu</a:t>
            </a:r>
            <a:r>
              <a:rPr dirty="0"/>
              <a:t> </a:t>
            </a:r>
            <a:r>
              <a:rPr dirty="0" err="1"/>
              <a:t>metin</a:t>
            </a:r>
            <a:r>
              <a:rPr dirty="0"/>
              <a:t> + emoji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gösterilir</a:t>
            </a:r>
            <a:endParaRPr dirty="0"/>
          </a:p>
          <a:p>
            <a:pPr>
              <a:defRPr sz="2000"/>
            </a:pPr>
            <a:r>
              <a:rPr dirty="0"/>
              <a:t>5. .csv </a:t>
            </a:r>
            <a:r>
              <a:rPr dirty="0" err="1"/>
              <a:t>dosyasına</a:t>
            </a:r>
            <a:r>
              <a:rPr dirty="0"/>
              <a:t> zaman + </a:t>
            </a:r>
            <a:r>
              <a:rPr dirty="0" err="1"/>
              <a:t>duygu</a:t>
            </a:r>
            <a:r>
              <a:rPr dirty="0"/>
              <a:t> </a:t>
            </a:r>
            <a:r>
              <a:rPr dirty="0" err="1"/>
              <a:t>kaydedilir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EA8A33-C0D0-416D-8359-724B8828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7745" y="0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9ADDD-3D41-FB1A-D6F3-93748B0FD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85" r="59943"/>
          <a:stretch/>
        </p:blipFill>
        <p:spPr>
          <a:xfrm>
            <a:off x="5709195" y="10"/>
            <a:ext cx="3434804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0F5264-2EE8-8C8B-12F3-5B1DE3DE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21"/>
          <a:stretch/>
        </p:blipFill>
        <p:spPr>
          <a:xfrm>
            <a:off x="20" y="10"/>
            <a:ext cx="9141468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3" y="0"/>
            <a:ext cx="9143999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665672"/>
          </a:xfrm>
        </p:spPr>
        <p:txBody>
          <a:bodyPr>
            <a:normAutofit fontScale="90000"/>
          </a:bodyPr>
          <a:lstStyle/>
          <a:p>
            <a:r>
              <a:rPr dirty="0" err="1"/>
              <a:t>DeepFace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714" y="1627517"/>
            <a:ext cx="7200900" cy="46985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 err="1"/>
              <a:t>DeepFace</a:t>
            </a:r>
            <a:r>
              <a:rPr lang="tr-TR" dirty="0"/>
              <a:t>, yüz tanıma işlemini şu adımlarla gerçekleştirir:</a:t>
            </a:r>
          </a:p>
          <a:p>
            <a:r>
              <a:rPr lang="tr-TR" b="1" dirty="0"/>
              <a:t>Yüz Tespiti</a:t>
            </a:r>
            <a:r>
              <a:rPr lang="tr-TR" dirty="0"/>
              <a:t>: Görüntüdeki yüzleri tespit eder.</a:t>
            </a:r>
          </a:p>
          <a:p>
            <a:r>
              <a:rPr lang="tr-TR" b="1" dirty="0"/>
              <a:t>Yüz Hizalama</a:t>
            </a:r>
            <a:r>
              <a:rPr lang="tr-TR" dirty="0"/>
              <a:t>: Tespit edilen yüzleri belirli bir düzene göre hizalar.</a:t>
            </a:r>
          </a:p>
          <a:p>
            <a:r>
              <a:rPr lang="tr-TR" b="1" dirty="0"/>
              <a:t>Özellik Çıkarımı</a:t>
            </a:r>
            <a:r>
              <a:rPr lang="tr-TR" dirty="0"/>
              <a:t>: Yüzün özelliklerini çıkararak bir vektöre dönüştürür.</a:t>
            </a:r>
          </a:p>
          <a:p>
            <a:r>
              <a:rPr lang="tr-TR" b="1" dirty="0"/>
              <a:t>Karşılaştırma ve Analiz</a:t>
            </a:r>
            <a:r>
              <a:rPr lang="tr-TR" dirty="0"/>
              <a:t>: Elde edilen özellik vektörlerini karşılaştırarak yüz tanıma veya duygu analizi yapar.</a:t>
            </a:r>
            <a:endParaRPr dirty="0"/>
          </a:p>
          <a:p>
            <a:pPr>
              <a:defRPr sz="2000"/>
            </a:pPr>
            <a:r>
              <a:rPr dirty="0"/>
              <a:t>CNN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yüzün</a:t>
            </a:r>
            <a:r>
              <a:rPr dirty="0"/>
              <a:t> </a:t>
            </a:r>
            <a:r>
              <a:rPr dirty="0" err="1"/>
              <a:t>özellik</a:t>
            </a:r>
            <a:r>
              <a:rPr dirty="0"/>
              <a:t> </a:t>
            </a:r>
            <a:r>
              <a:rPr dirty="0" err="1"/>
              <a:t>vektörü</a:t>
            </a:r>
            <a:r>
              <a:rPr dirty="0"/>
              <a:t> (embedding) </a:t>
            </a:r>
            <a:r>
              <a:rPr dirty="0" err="1"/>
              <a:t>çıkarılır</a:t>
            </a:r>
            <a:endParaRPr dirty="0"/>
          </a:p>
          <a:p>
            <a:pPr>
              <a:defRPr sz="2000"/>
            </a:pPr>
            <a:r>
              <a:rPr dirty="0"/>
              <a:t>Bu </a:t>
            </a:r>
            <a:r>
              <a:rPr dirty="0" err="1"/>
              <a:t>vektör</a:t>
            </a:r>
            <a:r>
              <a:rPr dirty="0"/>
              <a:t> </a:t>
            </a:r>
            <a:r>
              <a:rPr dirty="0" err="1"/>
              <a:t>duyguya</a:t>
            </a:r>
            <a:r>
              <a:rPr dirty="0"/>
              <a:t> </a:t>
            </a:r>
            <a:r>
              <a:rPr dirty="0" err="1"/>
              <a:t>göre</a:t>
            </a:r>
            <a:r>
              <a:rPr dirty="0"/>
              <a:t> </a:t>
            </a:r>
            <a:r>
              <a:rPr dirty="0" err="1"/>
              <a:t>sınıflandırılır</a:t>
            </a:r>
            <a:endParaRPr dirty="0"/>
          </a:p>
          <a:p>
            <a:pPr>
              <a:defRPr sz="2000"/>
            </a:pPr>
            <a:r>
              <a:rPr dirty="0" err="1"/>
              <a:t>Softmax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7 </a:t>
            </a:r>
            <a:r>
              <a:rPr dirty="0" err="1"/>
              <a:t>temel</a:t>
            </a:r>
            <a:r>
              <a:rPr dirty="0"/>
              <a:t> </a:t>
            </a:r>
            <a:r>
              <a:rPr dirty="0" err="1"/>
              <a:t>duygu</a:t>
            </a:r>
            <a:r>
              <a:rPr dirty="0"/>
              <a:t>: happy, sad, angry, fear, disgust, surprise, neutral</a:t>
            </a:r>
          </a:p>
          <a:p>
            <a:pPr>
              <a:defRPr sz="2000"/>
            </a:pPr>
            <a:r>
              <a:rPr dirty="0" err="1"/>
              <a:t>Sonuç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olasılıklı</a:t>
            </a:r>
            <a:r>
              <a:rPr dirty="0"/>
              <a:t> </a:t>
            </a:r>
            <a:r>
              <a:rPr dirty="0" err="1"/>
              <a:t>duygu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döner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BDC3C9-7ADA-A406-F118-919B29C3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tr-TR" altLang="tr-TR" sz="2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CNN (</a:t>
            </a:r>
            <a:r>
              <a:rPr kumimoji="0" lang="tr-TR" altLang="tr-TR" sz="2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Convolutional</a:t>
            </a:r>
            <a:r>
              <a:rPr kumimoji="0" lang="tr-TR" altLang="tr-TR" sz="2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Neural</a:t>
            </a:r>
            <a:r>
              <a:rPr kumimoji="0" lang="tr-TR" altLang="tr-TR" sz="2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Network) Nedir?</a:t>
            </a:r>
            <a:br>
              <a:rPr kumimoji="0" lang="tr-TR" altLang="tr-TR" sz="2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tr-TR" altLang="tr-TR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CNN, görsel veriyi işlemek için özel olarak tasarlanmış bir yapay sinir ağı türüdür. Temel bileşenleri:</a:t>
            </a:r>
            <a:br>
              <a:rPr kumimoji="0" lang="tr-TR" altLang="tr-TR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lang="tr-TR" sz="2100" dirty="0"/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C234CAC9-17BB-5437-0C92-651DD9684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685166"/>
              </p:ext>
            </p:extLst>
          </p:nvPr>
        </p:nvGraphicFramePr>
        <p:xfrm>
          <a:off x="1028700" y="2442392"/>
          <a:ext cx="7200900" cy="3268620"/>
        </p:xfrm>
        <a:graphic>
          <a:graphicData uri="http://schemas.openxmlformats.org/drawingml/2006/table">
            <a:tbl>
              <a:tblPr/>
              <a:tblGrid>
                <a:gridCol w="1979885">
                  <a:extLst>
                    <a:ext uri="{9D8B030D-6E8A-4147-A177-3AD203B41FA5}">
                      <a16:colId xmlns:a16="http://schemas.microsoft.com/office/drawing/2014/main" val="2635746934"/>
                    </a:ext>
                  </a:extLst>
                </a:gridCol>
                <a:gridCol w="5221015">
                  <a:extLst>
                    <a:ext uri="{9D8B030D-6E8A-4147-A177-3AD203B41FA5}">
                      <a16:colId xmlns:a16="http://schemas.microsoft.com/office/drawing/2014/main" val="3000672738"/>
                    </a:ext>
                  </a:extLst>
                </a:gridCol>
              </a:tblGrid>
              <a:tr h="418845">
                <a:tc>
                  <a:txBody>
                    <a:bodyPr/>
                    <a:lstStyle/>
                    <a:p>
                      <a:r>
                        <a:rPr lang="tr-TR" sz="1700"/>
                        <a:t>📷 </a:t>
                      </a:r>
                      <a:r>
                        <a:rPr lang="tr-TR" sz="1700" b="1"/>
                        <a:t>Girdi</a:t>
                      </a:r>
                      <a:endParaRPr lang="tr-TR" sz="1700"/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700"/>
                        <a:t>Giriş: RGB görsel (örneğin bir yüz fotoğrafı)</a:t>
                      </a:r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793337"/>
                  </a:ext>
                </a:extLst>
              </a:tr>
              <a:tr h="670695">
                <a:tc>
                  <a:txBody>
                    <a:bodyPr/>
                    <a:lstStyle/>
                    <a:p>
                      <a:r>
                        <a:rPr lang="tr-TR" sz="1700"/>
                        <a:t>🔍 </a:t>
                      </a:r>
                      <a:r>
                        <a:rPr lang="tr-TR" sz="1700" b="1"/>
                        <a:t>Convolution</a:t>
                      </a:r>
                      <a:endParaRPr lang="tr-TR" sz="1700"/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700"/>
                        <a:t>Görüntüden kenar, doku, renk gibi özellikleri çıkaran filtreler</a:t>
                      </a:r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522595"/>
                  </a:ext>
                </a:extLst>
              </a:tr>
              <a:tr h="670695">
                <a:tc>
                  <a:txBody>
                    <a:bodyPr/>
                    <a:lstStyle/>
                    <a:p>
                      <a:r>
                        <a:rPr lang="tr-TR" sz="1700"/>
                        <a:t>🌀 </a:t>
                      </a:r>
                      <a:r>
                        <a:rPr lang="tr-TR" sz="1700" b="1"/>
                        <a:t>Pooling</a:t>
                      </a:r>
                      <a:endParaRPr lang="tr-TR" sz="1700"/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700"/>
                        <a:t>Görseldeki boyutu küçültür, en önemli bilgileri tutar (örneğin MaxPooling)</a:t>
                      </a:r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233856"/>
                  </a:ext>
                </a:extLst>
              </a:tr>
              <a:tr h="418845">
                <a:tc>
                  <a:txBody>
                    <a:bodyPr/>
                    <a:lstStyle/>
                    <a:p>
                      <a:r>
                        <a:rPr lang="tr-TR" sz="1700"/>
                        <a:t>🧱 </a:t>
                      </a:r>
                      <a:r>
                        <a:rPr lang="tr-TR" sz="1700" b="1"/>
                        <a:t>Flatten</a:t>
                      </a:r>
                      <a:endParaRPr lang="tr-TR" sz="1700"/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700" dirty="0"/>
                        <a:t>Tüm bu özellikleri tek bir uzun vektöre çevirir</a:t>
                      </a:r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67505"/>
                  </a:ext>
                </a:extLst>
              </a:tr>
              <a:tr h="418845">
                <a:tc>
                  <a:txBody>
                    <a:bodyPr/>
                    <a:lstStyle/>
                    <a:p>
                      <a:r>
                        <a:rPr lang="tr-TR" sz="1700"/>
                        <a:t>🧠 </a:t>
                      </a:r>
                      <a:r>
                        <a:rPr lang="tr-TR" sz="1700" b="1"/>
                        <a:t>Dense Layer</a:t>
                      </a:r>
                      <a:endParaRPr lang="tr-TR" sz="1700"/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700" dirty="0"/>
                        <a:t>Tam bağlantılı katmanlar, öğrenme burada olur</a:t>
                      </a:r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738390"/>
                  </a:ext>
                </a:extLst>
              </a:tr>
              <a:tr h="670695">
                <a:tc>
                  <a:txBody>
                    <a:bodyPr/>
                    <a:lstStyle/>
                    <a:p>
                      <a:r>
                        <a:rPr lang="tr-TR" sz="1700"/>
                        <a:t>📊 </a:t>
                      </a:r>
                      <a:r>
                        <a:rPr lang="tr-TR" sz="1700" b="1"/>
                        <a:t>Çıktı</a:t>
                      </a:r>
                      <a:endParaRPr lang="tr-TR" sz="1700"/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700" dirty="0"/>
                        <a:t>Son katman ya sınıflandırma yapar (</a:t>
                      </a:r>
                      <a:r>
                        <a:rPr lang="tr-TR" sz="1700" dirty="0" err="1"/>
                        <a:t>örn</a:t>
                      </a:r>
                      <a:r>
                        <a:rPr lang="tr-TR" sz="1700" dirty="0"/>
                        <a:t>. duygular), ya da özellik vektörü üretir (</a:t>
                      </a:r>
                      <a:r>
                        <a:rPr lang="tr-TR" sz="1700" dirty="0" err="1"/>
                        <a:t>embedding</a:t>
                      </a:r>
                      <a:r>
                        <a:rPr lang="tr-TR" sz="1700" dirty="0"/>
                        <a:t>)</a:t>
                      </a:r>
                    </a:p>
                  </a:txBody>
                  <a:tcPr marL="112046" marR="112046" marT="56023" marB="56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299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61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812C54-7AEF-4ABB-826E-221F51CB0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898" y="685800"/>
            <a:ext cx="5778873" cy="1485900"/>
          </a:xfrm>
        </p:spPr>
        <p:txBody>
          <a:bodyPr>
            <a:normAutofit/>
          </a:bodyPr>
          <a:lstStyle/>
          <a:p>
            <a:r>
              <a:t>Bu Sistem Nerelerde Kullanılabilir?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1F40E4-8A76-44CF-91EC-907367352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2283308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71013-D973-4187-9CF2-EE098EEF8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857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2898" y="2286000"/>
            <a:ext cx="5778873" cy="358140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 err="1"/>
              <a:t>Psikoloji</a:t>
            </a:r>
            <a:r>
              <a:rPr dirty="0"/>
              <a:t> / </a:t>
            </a:r>
            <a:r>
              <a:rPr dirty="0" err="1"/>
              <a:t>Terapi</a:t>
            </a:r>
            <a:r>
              <a:rPr dirty="0"/>
              <a:t>: </a:t>
            </a:r>
            <a:r>
              <a:rPr dirty="0" err="1"/>
              <a:t>Danışanların</a:t>
            </a:r>
            <a:r>
              <a:rPr dirty="0"/>
              <a:t> </a:t>
            </a:r>
            <a:r>
              <a:rPr dirty="0" err="1"/>
              <a:t>duygusal</a:t>
            </a:r>
            <a:r>
              <a:rPr dirty="0"/>
              <a:t> </a:t>
            </a:r>
            <a:r>
              <a:rPr dirty="0" err="1"/>
              <a:t>durumunu</a:t>
            </a:r>
            <a:r>
              <a:rPr dirty="0"/>
              <a:t> </a:t>
            </a:r>
            <a:r>
              <a:rPr dirty="0" err="1"/>
              <a:t>gözlemleme</a:t>
            </a:r>
            <a:endParaRPr dirty="0"/>
          </a:p>
          <a:p>
            <a:pPr>
              <a:defRPr sz="2000"/>
            </a:pPr>
            <a:r>
              <a:rPr dirty="0" err="1"/>
              <a:t>Eğitim</a:t>
            </a:r>
            <a:r>
              <a:rPr dirty="0"/>
              <a:t>: </a:t>
            </a:r>
            <a:r>
              <a:rPr dirty="0" err="1"/>
              <a:t>Öğrencilerin</a:t>
            </a:r>
            <a:r>
              <a:rPr dirty="0"/>
              <a:t> </a:t>
            </a:r>
            <a:r>
              <a:rPr dirty="0" err="1"/>
              <a:t>dikkat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motivasyon</a:t>
            </a:r>
            <a:r>
              <a:rPr dirty="0"/>
              <a:t> </a:t>
            </a:r>
            <a:r>
              <a:rPr dirty="0" err="1"/>
              <a:t>düzeyi</a:t>
            </a:r>
            <a:r>
              <a:rPr dirty="0"/>
              <a:t> </a:t>
            </a:r>
            <a:r>
              <a:rPr dirty="0" err="1"/>
              <a:t>izlenebilir</a:t>
            </a:r>
            <a:endParaRPr dirty="0"/>
          </a:p>
          <a:p>
            <a:pPr>
              <a:defRPr sz="2000"/>
            </a:pPr>
            <a:r>
              <a:rPr dirty="0"/>
              <a:t>Ev/</a:t>
            </a:r>
            <a:r>
              <a:rPr dirty="0" err="1"/>
              <a:t>Ofis</a:t>
            </a:r>
            <a:r>
              <a:rPr dirty="0"/>
              <a:t>: </a:t>
            </a:r>
            <a:r>
              <a:rPr dirty="0" err="1"/>
              <a:t>Günlük</a:t>
            </a:r>
            <a:r>
              <a:rPr dirty="0"/>
              <a:t> </a:t>
            </a:r>
            <a:r>
              <a:rPr dirty="0" err="1"/>
              <a:t>ruh</a:t>
            </a:r>
            <a:r>
              <a:rPr dirty="0"/>
              <a:t> </a:t>
            </a:r>
            <a:r>
              <a:rPr dirty="0" err="1"/>
              <a:t>hali</a:t>
            </a:r>
            <a:r>
              <a:rPr dirty="0"/>
              <a:t> </a:t>
            </a:r>
            <a:r>
              <a:rPr dirty="0" err="1"/>
              <a:t>kayıt</a:t>
            </a:r>
            <a:r>
              <a:rPr dirty="0"/>
              <a:t> </a:t>
            </a:r>
            <a:r>
              <a:rPr dirty="0" err="1"/>
              <a:t>altına</a:t>
            </a:r>
            <a:r>
              <a:rPr dirty="0"/>
              <a:t> </a:t>
            </a:r>
            <a:r>
              <a:rPr dirty="0" err="1"/>
              <a:t>alınabilir</a:t>
            </a:r>
            <a:endParaRPr dirty="0"/>
          </a:p>
          <a:p>
            <a:pPr>
              <a:defRPr sz="2000"/>
            </a:pPr>
            <a:r>
              <a:rPr dirty="0" err="1"/>
              <a:t>Giyilebilir</a:t>
            </a:r>
            <a:r>
              <a:rPr dirty="0"/>
              <a:t> </a:t>
            </a:r>
            <a:r>
              <a:rPr dirty="0" err="1"/>
              <a:t>Teknoloji</a:t>
            </a:r>
            <a:r>
              <a:rPr dirty="0"/>
              <a:t>: </a:t>
            </a:r>
            <a:r>
              <a:rPr dirty="0" err="1"/>
              <a:t>Gözlük</a:t>
            </a:r>
            <a:r>
              <a:rPr dirty="0"/>
              <a:t>/</a:t>
            </a:r>
            <a:r>
              <a:rPr dirty="0" err="1"/>
              <a:t>kamera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sürekli</a:t>
            </a:r>
            <a:r>
              <a:rPr dirty="0"/>
              <a:t> </a:t>
            </a:r>
            <a:r>
              <a:rPr dirty="0" err="1"/>
              <a:t>izleme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ırpma">
  <a:themeElements>
    <a:clrScheme name="Kırpma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ırpma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ırp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Kırpma</Template>
  <TotalTime>27</TotalTime>
  <Words>372</Words>
  <Application>Microsoft Office PowerPoint</Application>
  <PresentationFormat>Ekran Gösterisi 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0" baseType="lpstr">
      <vt:lpstr>Arial</vt:lpstr>
      <vt:lpstr>Franklin Gothic Book</vt:lpstr>
      <vt:lpstr>Kırpma</vt:lpstr>
      <vt:lpstr>   GÖRÜNTÜ İŞLEME DERSİ PROJESİ Gerçek Zamanlı Duygu Takİbİ</vt:lpstr>
      <vt:lpstr>Neden Bu Projeyi Geliştirdim?</vt:lpstr>
      <vt:lpstr>Kullandığım Araçlar ve Kütüphaneler</vt:lpstr>
      <vt:lpstr>Nasıl Çalışıyor?</vt:lpstr>
      <vt:lpstr>DeepFace</vt:lpstr>
      <vt:lpstr>CNN (Convolutional Neural Network) Nedir? CNN, görsel veriyi işlemek için özel olarak tasarlanmış bir yapay sinir ağı türüdür. Temel bileşenleri: </vt:lpstr>
      <vt:lpstr>Bu Sistem Nerelerde Kullanılabilir?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Metehan Ayhan</cp:lastModifiedBy>
  <cp:revision>7</cp:revision>
  <dcterms:created xsi:type="dcterms:W3CDTF">2013-01-27T09:14:16Z</dcterms:created>
  <dcterms:modified xsi:type="dcterms:W3CDTF">2025-06-05T16:02:15Z</dcterms:modified>
  <cp:category/>
</cp:coreProperties>
</file>